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494" r:id="rId2"/>
    <p:sldId id="542" r:id="rId3"/>
    <p:sldId id="544" r:id="rId4"/>
    <p:sldId id="548" r:id="rId5"/>
    <p:sldId id="543" r:id="rId6"/>
    <p:sldId id="545" r:id="rId7"/>
    <p:sldId id="551" r:id="rId8"/>
    <p:sldId id="550" r:id="rId9"/>
    <p:sldId id="546" r:id="rId10"/>
    <p:sldId id="538" r:id="rId11"/>
    <p:sldId id="539" r:id="rId12"/>
    <p:sldId id="541" r:id="rId13"/>
    <p:sldId id="534" r:id="rId14"/>
    <p:sldId id="552" r:id="rId15"/>
    <p:sldId id="535" r:id="rId16"/>
    <p:sldId id="536" r:id="rId17"/>
    <p:sldId id="553" r:id="rId18"/>
    <p:sldId id="555" r:id="rId19"/>
    <p:sldId id="537" r:id="rId20"/>
    <p:sldId id="556" r:id="rId21"/>
    <p:sldId id="562" r:id="rId22"/>
    <p:sldId id="570" r:id="rId23"/>
    <p:sldId id="558" r:id="rId24"/>
    <p:sldId id="563" r:id="rId25"/>
    <p:sldId id="559" r:id="rId26"/>
    <p:sldId id="560" r:id="rId27"/>
    <p:sldId id="564" r:id="rId28"/>
    <p:sldId id="565" r:id="rId29"/>
    <p:sldId id="566" r:id="rId30"/>
    <p:sldId id="568" r:id="rId31"/>
    <p:sldId id="567" r:id="rId32"/>
    <p:sldId id="569" r:id="rId33"/>
    <p:sldId id="571" r:id="rId34"/>
    <p:sldId id="554" r:id="rId35"/>
    <p:sldId id="572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25454"/>
    <a:srgbClr val="F45752"/>
    <a:srgbClr val="EA6A64"/>
    <a:srgbClr val="D67770"/>
    <a:srgbClr val="E16565"/>
    <a:srgbClr val="F62828"/>
    <a:srgbClr val="111111"/>
    <a:srgbClr val="0080FF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133CB-F979-4EFB-AAE6-EF2A6C4135F8}" v="1617" dt="2018-10-16T07:07:34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8" autoAdjust="0"/>
    <p:restoredTop sz="91986" autoAdjust="0"/>
  </p:normalViewPr>
  <p:slideViewPr>
    <p:cSldViewPr snapToGrid="0">
      <p:cViewPr>
        <p:scale>
          <a:sx n="100" d="100"/>
          <a:sy n="100" d="100"/>
        </p:scale>
        <p:origin x="384" y="32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C06D7-47F4-42EE-97DE-5D2CE932B02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F6A35-0BFF-42C8-8651-D2B5FB2BD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8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A353-5C88-3BBE-118D-CF8EDC02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739D9-02AF-A65A-DE05-449717191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6A001-C8B8-1AA7-AD74-D4DA4B0AC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D919E-D19B-FC0C-10F7-A83759773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7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CCEB-FAA5-4D60-AFD0-2F3A01F4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43014-2C5E-C447-10BD-AA019042E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FAADC-95BF-A9B7-DC58-30B298212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52F3A-9CA1-85B9-9746-23EB71BD2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16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D9AD-FE0F-9C43-2BF7-FBDCCE3F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9A3F2-D8CA-A94D-F7E9-0DA2BF311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383A2-DE7B-9101-3E0D-6BBD92422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3F358-C841-CE85-F60F-0B4974B2E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72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9D6E-9032-9C34-8230-CB5DD12F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156CF-0B09-CCA9-7A4D-13C18D3D9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7FB5E-74FD-6548-6D19-4D93CA128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B47F5-23CB-64FC-F487-60CE00CCB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11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35E8-518A-BBB1-8C53-0FF21A83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3A882-3531-E4A9-A7D5-BE373A400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60CF0-013A-9DAB-5C83-1485ADCEA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35C51-D799-D2E5-4462-75E2D731C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9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49AF5-14C2-BA2C-31F8-81BF4C0A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17AFB-0C55-A7A7-83E5-B12416C40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A8634-3F18-9FF2-1081-222492955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D496-32F1-1AFA-377A-B30E77305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51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B6F69-5B84-957B-407C-3B6FCBDB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4DD3E-3C14-FC61-77E4-F267D22DC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A6C6B-B803-6BA6-7490-A4A019FB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7B545-18F7-7BAF-4299-7BC325E29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19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DCDDE-8D5C-E375-236D-B15824D6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0ECD7-C6CD-6F13-CDB9-B4B291683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974E1-38E6-FFA1-CB47-63C6357EE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8AD12-39D6-0E8F-130E-34BB9F234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01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A752-507E-4D85-D006-4E8EFB88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9F4E1-9563-9A8F-1364-B91750941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2D852-3714-1BA7-8ABC-E8FC7622F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B49AB-9149-BB12-4FFC-5253B0A4D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81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B974-E0C3-1A49-2FEA-9DBB5438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C97C1-026B-6750-3517-63686CC82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F07CE-3C9A-8ACA-2CAF-D0C9F4F04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AE9DC-1C1E-885F-2E3D-A3965D9CA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23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A34B-AEEA-6882-9F0C-D9916F24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75A41-39CA-E754-5479-AAC1630A8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4E935-6870-3740-B13E-6724E856D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30K feet view</a:t>
            </a:r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42545-4D6C-B009-2100-89369962A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F6A35-0BFF-42C8-8651-D2B5FB2BDB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9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2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7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5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7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3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8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B1ACE-8FC5-43AE-903F-A46F816E6A3A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58FEA-8C8A-4FD4-8358-6FECD4A5E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3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A4D2-D41F-0FF7-EDB1-D0F0970E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9CCCD674-FCAC-87DA-279E-59C253950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3016" y="4123926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954CE84-90B5-1F2C-0DA8-85A6527C28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62E9DE12-8FB8-A80A-478E-C4417C6A66DA}"/>
              </a:ext>
            </a:extLst>
          </p:cNvPr>
          <p:cNvSpPr/>
          <p:nvPr/>
        </p:nvSpPr>
        <p:spPr>
          <a:xfrm rot="5400000">
            <a:off x="5636952" y="3227425"/>
            <a:ext cx="914401" cy="403149"/>
          </a:xfrm>
          <a:custGeom>
            <a:avLst/>
            <a:gdLst>
              <a:gd name="csX0" fmla="*/ 0 w 914401"/>
              <a:gd name="csY0" fmla="*/ 100787 h 403149"/>
              <a:gd name="csX1" fmla="*/ 672669 w 914401"/>
              <a:gd name="csY1" fmla="*/ 100787 h 403149"/>
              <a:gd name="csX2" fmla="*/ 672669 w 914401"/>
              <a:gd name="csY2" fmla="*/ 0 h 403149"/>
              <a:gd name="csX3" fmla="*/ 914401 w 914401"/>
              <a:gd name="csY3" fmla="*/ 201575 h 403149"/>
              <a:gd name="csX4" fmla="*/ 672669 w 914401"/>
              <a:gd name="csY4" fmla="*/ 403149 h 403149"/>
              <a:gd name="csX5" fmla="*/ 672669 w 914401"/>
              <a:gd name="csY5" fmla="*/ 302362 h 403149"/>
              <a:gd name="csX6" fmla="*/ 0 w 914401"/>
              <a:gd name="csY6" fmla="*/ 302362 h 403149"/>
              <a:gd name="csX7" fmla="*/ 0 w 914401"/>
              <a:gd name="csY7" fmla="*/ 100787 h 403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403149" fill="none" extrusionOk="0">
                <a:moveTo>
                  <a:pt x="0" y="100787"/>
                </a:moveTo>
                <a:cubicBezTo>
                  <a:pt x="298902" y="118752"/>
                  <a:pt x="395343" y="90110"/>
                  <a:pt x="672669" y="100787"/>
                </a:cubicBezTo>
                <a:cubicBezTo>
                  <a:pt x="668019" y="56609"/>
                  <a:pt x="671115" y="41207"/>
                  <a:pt x="672669" y="0"/>
                </a:cubicBezTo>
                <a:cubicBezTo>
                  <a:pt x="742087" y="59184"/>
                  <a:pt x="799713" y="95537"/>
                  <a:pt x="914401" y="201575"/>
                </a:cubicBezTo>
                <a:cubicBezTo>
                  <a:pt x="845420" y="273694"/>
                  <a:pt x="783453" y="297178"/>
                  <a:pt x="672669" y="403149"/>
                </a:cubicBezTo>
                <a:cubicBezTo>
                  <a:pt x="669339" y="369704"/>
                  <a:pt x="668494" y="337398"/>
                  <a:pt x="672669" y="302362"/>
                </a:cubicBezTo>
                <a:cubicBezTo>
                  <a:pt x="366506" y="308758"/>
                  <a:pt x="211224" y="291065"/>
                  <a:pt x="0" y="302362"/>
                </a:cubicBezTo>
                <a:cubicBezTo>
                  <a:pt x="-4038" y="210521"/>
                  <a:pt x="4606" y="155000"/>
                  <a:pt x="0" y="100787"/>
                </a:cubicBezTo>
                <a:close/>
              </a:path>
              <a:path w="914401" h="403149" stroke="0" extrusionOk="0">
                <a:moveTo>
                  <a:pt x="0" y="100787"/>
                </a:moveTo>
                <a:cubicBezTo>
                  <a:pt x="143268" y="73544"/>
                  <a:pt x="434514" y="77143"/>
                  <a:pt x="672669" y="100787"/>
                </a:cubicBezTo>
                <a:cubicBezTo>
                  <a:pt x="670557" y="56018"/>
                  <a:pt x="670388" y="44882"/>
                  <a:pt x="672669" y="0"/>
                </a:cubicBezTo>
                <a:cubicBezTo>
                  <a:pt x="787962" y="100464"/>
                  <a:pt x="817001" y="103428"/>
                  <a:pt x="914401" y="201575"/>
                </a:cubicBezTo>
                <a:cubicBezTo>
                  <a:pt x="816909" y="295264"/>
                  <a:pt x="791331" y="299800"/>
                  <a:pt x="672669" y="403149"/>
                </a:cubicBezTo>
                <a:cubicBezTo>
                  <a:pt x="672047" y="372369"/>
                  <a:pt x="670870" y="331901"/>
                  <a:pt x="672669" y="302362"/>
                </a:cubicBezTo>
                <a:cubicBezTo>
                  <a:pt x="536761" y="329214"/>
                  <a:pt x="167256" y="324254"/>
                  <a:pt x="0" y="302362"/>
                </a:cubicBezTo>
                <a:cubicBezTo>
                  <a:pt x="4748" y="217152"/>
                  <a:pt x="-1810" y="143317"/>
                  <a:pt x="0" y="100787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E69099A7-05EC-E527-1287-2FD429FBDF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769" y="1641114"/>
            <a:ext cx="1148863" cy="1148863"/>
          </a:xfrm>
          <a:prstGeom prst="rect">
            <a:avLst/>
          </a:prstGeom>
        </p:spPr>
      </p:pic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94DE9FF8-941A-1A60-EBDC-A57C9ABB2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3537" y="1526975"/>
            <a:ext cx="1381232" cy="1381232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BCE81D14-C31A-A41F-E429-7025D7FD6215}"/>
              </a:ext>
            </a:extLst>
          </p:cNvPr>
          <p:cNvSpPr/>
          <p:nvPr/>
        </p:nvSpPr>
        <p:spPr>
          <a:xfrm>
            <a:off x="3913014" y="2077908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trzałka: w prawo 24">
            <a:extLst>
              <a:ext uri="{FF2B5EF4-FFF2-40B4-BE49-F238E27FC236}">
                <a16:creationId xmlns:a16="http://schemas.microsoft.com/office/drawing/2014/main" id="{92ABDBCA-A147-C7F7-AD95-E74ED8872338}"/>
              </a:ext>
            </a:extLst>
          </p:cNvPr>
          <p:cNvSpPr/>
          <p:nvPr/>
        </p:nvSpPr>
        <p:spPr>
          <a:xfrm>
            <a:off x="6821437" y="2077908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nvelope outline">
            <a:extLst>
              <a:ext uri="{FF2B5EF4-FFF2-40B4-BE49-F238E27FC236}">
                <a16:creationId xmlns:a16="http://schemas.microsoft.com/office/drawing/2014/main" id="{D2EEBD5C-9CEB-470C-B707-D3E39060F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0674" y="1641113"/>
            <a:ext cx="1148863" cy="114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0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831F-1C7F-5837-7D70-F7C19F35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E9CB8E6-38CE-66A7-B567-054B394ACE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CC18CAD3-E9BC-BAFE-625F-27C0C3158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2568" y="2374858"/>
            <a:ext cx="2108281" cy="2108281"/>
          </a:xfrm>
          <a:prstGeom prst="rect">
            <a:avLst/>
          </a:prstGeom>
        </p:spPr>
      </p:pic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069E7E26-B141-A3DE-710C-9BF7CC566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1151" y="2374858"/>
            <a:ext cx="2108281" cy="2108281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C8F832A2-99AC-3F91-E8C4-376DA5010D35}"/>
              </a:ext>
            </a:extLst>
          </p:cNvPr>
          <p:cNvSpPr/>
          <p:nvPr/>
        </p:nvSpPr>
        <p:spPr>
          <a:xfrm>
            <a:off x="5005135" y="3063345"/>
            <a:ext cx="2181730" cy="731309"/>
          </a:xfrm>
          <a:custGeom>
            <a:avLst/>
            <a:gdLst>
              <a:gd name="csX0" fmla="*/ 0 w 2181730"/>
              <a:gd name="csY0" fmla="*/ 182827 h 731309"/>
              <a:gd name="csX1" fmla="*/ 615941 w 2181730"/>
              <a:gd name="csY1" fmla="*/ 182827 h 731309"/>
              <a:gd name="csX2" fmla="*/ 1214450 w 2181730"/>
              <a:gd name="csY2" fmla="*/ 182827 h 731309"/>
              <a:gd name="csX3" fmla="*/ 1743230 w 2181730"/>
              <a:gd name="csY3" fmla="*/ 182827 h 731309"/>
              <a:gd name="csX4" fmla="*/ 1743230 w 2181730"/>
              <a:gd name="csY4" fmla="*/ 0 h 731309"/>
              <a:gd name="csX5" fmla="*/ 2181730 w 2181730"/>
              <a:gd name="csY5" fmla="*/ 365655 h 731309"/>
              <a:gd name="csX6" fmla="*/ 1743230 w 2181730"/>
              <a:gd name="csY6" fmla="*/ 731309 h 731309"/>
              <a:gd name="csX7" fmla="*/ 1743230 w 2181730"/>
              <a:gd name="csY7" fmla="*/ 548482 h 731309"/>
              <a:gd name="csX8" fmla="*/ 1214450 w 2181730"/>
              <a:gd name="csY8" fmla="*/ 548482 h 731309"/>
              <a:gd name="csX9" fmla="*/ 685670 w 2181730"/>
              <a:gd name="csY9" fmla="*/ 548482 h 731309"/>
              <a:gd name="csX10" fmla="*/ 0 w 2181730"/>
              <a:gd name="csY10" fmla="*/ 548482 h 731309"/>
              <a:gd name="csX11" fmla="*/ 0 w 2181730"/>
              <a:gd name="csY11" fmla="*/ 182827 h 731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181730" h="731309" fill="none" extrusionOk="0">
                <a:moveTo>
                  <a:pt x="0" y="182827"/>
                </a:moveTo>
                <a:cubicBezTo>
                  <a:pt x="238275" y="158627"/>
                  <a:pt x="445264" y="190894"/>
                  <a:pt x="615941" y="182827"/>
                </a:cubicBezTo>
                <a:cubicBezTo>
                  <a:pt x="786618" y="174760"/>
                  <a:pt x="1091138" y="172929"/>
                  <a:pt x="1214450" y="182827"/>
                </a:cubicBezTo>
                <a:cubicBezTo>
                  <a:pt x="1337762" y="192725"/>
                  <a:pt x="1581665" y="202885"/>
                  <a:pt x="1743230" y="182827"/>
                </a:cubicBezTo>
                <a:cubicBezTo>
                  <a:pt x="1747586" y="92329"/>
                  <a:pt x="1742212" y="62303"/>
                  <a:pt x="1743230" y="0"/>
                </a:cubicBezTo>
                <a:cubicBezTo>
                  <a:pt x="1844441" y="86869"/>
                  <a:pt x="2017224" y="245451"/>
                  <a:pt x="2181730" y="365655"/>
                </a:cubicBezTo>
                <a:cubicBezTo>
                  <a:pt x="2070660" y="489624"/>
                  <a:pt x="1900855" y="576678"/>
                  <a:pt x="1743230" y="731309"/>
                </a:cubicBezTo>
                <a:cubicBezTo>
                  <a:pt x="1738015" y="661418"/>
                  <a:pt x="1737952" y="602876"/>
                  <a:pt x="1743230" y="548482"/>
                </a:cubicBezTo>
                <a:cubicBezTo>
                  <a:pt x="1589142" y="564487"/>
                  <a:pt x="1329176" y="540778"/>
                  <a:pt x="1214450" y="548482"/>
                </a:cubicBezTo>
                <a:cubicBezTo>
                  <a:pt x="1099724" y="556186"/>
                  <a:pt x="808836" y="525506"/>
                  <a:pt x="685670" y="548482"/>
                </a:cubicBezTo>
                <a:cubicBezTo>
                  <a:pt x="562504" y="571458"/>
                  <a:pt x="232666" y="534909"/>
                  <a:pt x="0" y="548482"/>
                </a:cubicBezTo>
                <a:cubicBezTo>
                  <a:pt x="-8387" y="396397"/>
                  <a:pt x="-16669" y="279474"/>
                  <a:pt x="0" y="182827"/>
                </a:cubicBezTo>
                <a:close/>
              </a:path>
              <a:path w="2181730" h="731309" stroke="0" extrusionOk="0">
                <a:moveTo>
                  <a:pt x="0" y="182827"/>
                </a:moveTo>
                <a:cubicBezTo>
                  <a:pt x="115272" y="191069"/>
                  <a:pt x="396340" y="202930"/>
                  <a:pt x="563644" y="182827"/>
                </a:cubicBezTo>
                <a:cubicBezTo>
                  <a:pt x="730948" y="162724"/>
                  <a:pt x="913182" y="205191"/>
                  <a:pt x="1092424" y="182827"/>
                </a:cubicBezTo>
                <a:cubicBezTo>
                  <a:pt x="1271666" y="160463"/>
                  <a:pt x="1429675" y="181209"/>
                  <a:pt x="1743230" y="182827"/>
                </a:cubicBezTo>
                <a:cubicBezTo>
                  <a:pt x="1746805" y="138453"/>
                  <a:pt x="1748573" y="72267"/>
                  <a:pt x="1743230" y="0"/>
                </a:cubicBezTo>
                <a:cubicBezTo>
                  <a:pt x="1879714" y="83730"/>
                  <a:pt x="2030863" y="253086"/>
                  <a:pt x="2181730" y="365655"/>
                </a:cubicBezTo>
                <a:cubicBezTo>
                  <a:pt x="2022558" y="525869"/>
                  <a:pt x="1869801" y="594938"/>
                  <a:pt x="1743230" y="731309"/>
                </a:cubicBezTo>
                <a:cubicBezTo>
                  <a:pt x="1745755" y="650013"/>
                  <a:pt x="1734522" y="625169"/>
                  <a:pt x="1743230" y="548482"/>
                </a:cubicBezTo>
                <a:cubicBezTo>
                  <a:pt x="1581099" y="551435"/>
                  <a:pt x="1369450" y="561465"/>
                  <a:pt x="1197018" y="548482"/>
                </a:cubicBezTo>
                <a:cubicBezTo>
                  <a:pt x="1024586" y="535499"/>
                  <a:pt x="815341" y="563839"/>
                  <a:pt x="615941" y="548482"/>
                </a:cubicBezTo>
                <a:cubicBezTo>
                  <a:pt x="416541" y="533125"/>
                  <a:pt x="161681" y="552227"/>
                  <a:pt x="0" y="548482"/>
                </a:cubicBezTo>
                <a:cubicBezTo>
                  <a:pt x="-6110" y="457959"/>
                  <a:pt x="-13828" y="269338"/>
                  <a:pt x="0" y="182827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875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09B0-9BB9-55EE-7038-3F937940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CDD5C957-B54F-D9F3-3173-B6E32E292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864" y="5287209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A4B2746-7E10-DA98-ECD4-4D251348BF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B5720EA0-D503-F17B-D311-E213567AFB0A}"/>
              </a:ext>
            </a:extLst>
          </p:cNvPr>
          <p:cNvSpPr/>
          <p:nvPr/>
        </p:nvSpPr>
        <p:spPr>
          <a:xfrm rot="5400000">
            <a:off x="5638799" y="4407848"/>
            <a:ext cx="914401" cy="368870"/>
          </a:xfrm>
          <a:custGeom>
            <a:avLst/>
            <a:gdLst>
              <a:gd name="csX0" fmla="*/ 0 w 914401"/>
              <a:gd name="csY0" fmla="*/ 92218 h 368870"/>
              <a:gd name="csX1" fmla="*/ 693223 w 914401"/>
              <a:gd name="csY1" fmla="*/ 92218 h 368870"/>
              <a:gd name="csX2" fmla="*/ 693223 w 914401"/>
              <a:gd name="csY2" fmla="*/ 0 h 368870"/>
              <a:gd name="csX3" fmla="*/ 914401 w 914401"/>
              <a:gd name="csY3" fmla="*/ 184435 h 368870"/>
              <a:gd name="csX4" fmla="*/ 693223 w 914401"/>
              <a:gd name="csY4" fmla="*/ 368870 h 368870"/>
              <a:gd name="csX5" fmla="*/ 693223 w 914401"/>
              <a:gd name="csY5" fmla="*/ 276653 h 368870"/>
              <a:gd name="csX6" fmla="*/ 0 w 914401"/>
              <a:gd name="csY6" fmla="*/ 276653 h 368870"/>
              <a:gd name="csX7" fmla="*/ 0 w 914401"/>
              <a:gd name="csY7" fmla="*/ 92218 h 368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368870" fill="none" extrusionOk="0">
                <a:moveTo>
                  <a:pt x="0" y="92218"/>
                </a:moveTo>
                <a:cubicBezTo>
                  <a:pt x="259057" y="78890"/>
                  <a:pt x="479887" y="86758"/>
                  <a:pt x="693223" y="92218"/>
                </a:cubicBezTo>
                <a:cubicBezTo>
                  <a:pt x="688985" y="60136"/>
                  <a:pt x="696829" y="32827"/>
                  <a:pt x="693223" y="0"/>
                </a:cubicBezTo>
                <a:cubicBezTo>
                  <a:pt x="799385" y="83532"/>
                  <a:pt x="812328" y="98951"/>
                  <a:pt x="914401" y="184435"/>
                </a:cubicBezTo>
                <a:cubicBezTo>
                  <a:pt x="869972" y="237936"/>
                  <a:pt x="783727" y="294589"/>
                  <a:pt x="693223" y="368870"/>
                </a:cubicBezTo>
                <a:cubicBezTo>
                  <a:pt x="694025" y="345904"/>
                  <a:pt x="693228" y="312275"/>
                  <a:pt x="693223" y="276653"/>
                </a:cubicBezTo>
                <a:cubicBezTo>
                  <a:pt x="363533" y="254899"/>
                  <a:pt x="288252" y="259560"/>
                  <a:pt x="0" y="276653"/>
                </a:cubicBezTo>
                <a:cubicBezTo>
                  <a:pt x="-5169" y="202074"/>
                  <a:pt x="-6566" y="156945"/>
                  <a:pt x="0" y="92218"/>
                </a:cubicBezTo>
                <a:close/>
              </a:path>
              <a:path w="914401" h="368870" stroke="0" extrusionOk="0">
                <a:moveTo>
                  <a:pt x="0" y="92218"/>
                </a:moveTo>
                <a:cubicBezTo>
                  <a:pt x="287858" y="74118"/>
                  <a:pt x="494394" y="102183"/>
                  <a:pt x="693223" y="92218"/>
                </a:cubicBezTo>
                <a:cubicBezTo>
                  <a:pt x="697049" y="46713"/>
                  <a:pt x="695874" y="31292"/>
                  <a:pt x="693223" y="0"/>
                </a:cubicBezTo>
                <a:cubicBezTo>
                  <a:pt x="759648" y="55966"/>
                  <a:pt x="859118" y="124271"/>
                  <a:pt x="914401" y="184435"/>
                </a:cubicBezTo>
                <a:cubicBezTo>
                  <a:pt x="799895" y="263373"/>
                  <a:pt x="789355" y="302260"/>
                  <a:pt x="693223" y="368870"/>
                </a:cubicBezTo>
                <a:cubicBezTo>
                  <a:pt x="695134" y="331848"/>
                  <a:pt x="691691" y="298915"/>
                  <a:pt x="693223" y="276653"/>
                </a:cubicBezTo>
                <a:cubicBezTo>
                  <a:pt x="470981" y="295056"/>
                  <a:pt x="165347" y="244260"/>
                  <a:pt x="0" y="276653"/>
                </a:cubicBezTo>
                <a:cubicBezTo>
                  <a:pt x="8980" y="231243"/>
                  <a:pt x="-2167" y="138868"/>
                  <a:pt x="0" y="92218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405A1F56-26DB-EC48-14C1-F26255BC5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0617" y="2804397"/>
            <a:ext cx="1148863" cy="1148863"/>
          </a:xfrm>
          <a:prstGeom prst="rect">
            <a:avLst/>
          </a:prstGeom>
        </p:spPr>
      </p:pic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29980F2B-C1AB-EA39-59C4-917494092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5385" y="2690258"/>
            <a:ext cx="1381232" cy="1381232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306CDF82-832D-85A7-E7A8-5FBE00E84FC2}"/>
              </a:ext>
            </a:extLst>
          </p:cNvPr>
          <p:cNvSpPr/>
          <p:nvPr/>
        </p:nvSpPr>
        <p:spPr>
          <a:xfrm>
            <a:off x="3914862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AB2F961D-F996-89B0-F306-F4B07DA12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3016" y="328572"/>
            <a:ext cx="1145967" cy="1145967"/>
          </a:xfrm>
          <a:prstGeom prst="rect">
            <a:avLst/>
          </a:prstGeom>
        </p:spPr>
      </p:pic>
      <p:sp>
        <p:nvSpPr>
          <p:cNvPr id="8" name="Strzałka: w prawo 24">
            <a:extLst>
              <a:ext uri="{FF2B5EF4-FFF2-40B4-BE49-F238E27FC236}">
                <a16:creationId xmlns:a16="http://schemas.microsoft.com/office/drawing/2014/main" id="{5711C6C0-E418-13F8-2EB9-2C765A44068D}"/>
              </a:ext>
            </a:extLst>
          </p:cNvPr>
          <p:cNvSpPr/>
          <p:nvPr/>
        </p:nvSpPr>
        <p:spPr>
          <a:xfrm rot="16200000">
            <a:off x="5638799" y="1985030"/>
            <a:ext cx="914401" cy="368870"/>
          </a:xfrm>
          <a:custGeom>
            <a:avLst/>
            <a:gdLst>
              <a:gd name="csX0" fmla="*/ 0 w 914401"/>
              <a:gd name="csY0" fmla="*/ 92218 h 368870"/>
              <a:gd name="csX1" fmla="*/ 693223 w 914401"/>
              <a:gd name="csY1" fmla="*/ 92218 h 368870"/>
              <a:gd name="csX2" fmla="*/ 693223 w 914401"/>
              <a:gd name="csY2" fmla="*/ 0 h 368870"/>
              <a:gd name="csX3" fmla="*/ 914401 w 914401"/>
              <a:gd name="csY3" fmla="*/ 184435 h 368870"/>
              <a:gd name="csX4" fmla="*/ 693223 w 914401"/>
              <a:gd name="csY4" fmla="*/ 368870 h 368870"/>
              <a:gd name="csX5" fmla="*/ 693223 w 914401"/>
              <a:gd name="csY5" fmla="*/ 276653 h 368870"/>
              <a:gd name="csX6" fmla="*/ 0 w 914401"/>
              <a:gd name="csY6" fmla="*/ 276653 h 368870"/>
              <a:gd name="csX7" fmla="*/ 0 w 914401"/>
              <a:gd name="csY7" fmla="*/ 92218 h 368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368870" fill="none" extrusionOk="0">
                <a:moveTo>
                  <a:pt x="0" y="92218"/>
                </a:moveTo>
                <a:cubicBezTo>
                  <a:pt x="259057" y="78890"/>
                  <a:pt x="479887" y="86758"/>
                  <a:pt x="693223" y="92218"/>
                </a:cubicBezTo>
                <a:cubicBezTo>
                  <a:pt x="688985" y="60136"/>
                  <a:pt x="696829" y="32827"/>
                  <a:pt x="693223" y="0"/>
                </a:cubicBezTo>
                <a:cubicBezTo>
                  <a:pt x="799385" y="83532"/>
                  <a:pt x="812328" y="98951"/>
                  <a:pt x="914401" y="184435"/>
                </a:cubicBezTo>
                <a:cubicBezTo>
                  <a:pt x="869972" y="237936"/>
                  <a:pt x="783727" y="294589"/>
                  <a:pt x="693223" y="368870"/>
                </a:cubicBezTo>
                <a:cubicBezTo>
                  <a:pt x="694025" y="345904"/>
                  <a:pt x="693228" y="312275"/>
                  <a:pt x="693223" y="276653"/>
                </a:cubicBezTo>
                <a:cubicBezTo>
                  <a:pt x="363533" y="254899"/>
                  <a:pt x="288252" y="259560"/>
                  <a:pt x="0" y="276653"/>
                </a:cubicBezTo>
                <a:cubicBezTo>
                  <a:pt x="-5169" y="202074"/>
                  <a:pt x="-6566" y="156945"/>
                  <a:pt x="0" y="92218"/>
                </a:cubicBezTo>
                <a:close/>
              </a:path>
              <a:path w="914401" h="368870" stroke="0" extrusionOk="0">
                <a:moveTo>
                  <a:pt x="0" y="92218"/>
                </a:moveTo>
                <a:cubicBezTo>
                  <a:pt x="287858" y="74118"/>
                  <a:pt x="494394" y="102183"/>
                  <a:pt x="693223" y="92218"/>
                </a:cubicBezTo>
                <a:cubicBezTo>
                  <a:pt x="697049" y="46713"/>
                  <a:pt x="695874" y="31292"/>
                  <a:pt x="693223" y="0"/>
                </a:cubicBezTo>
                <a:cubicBezTo>
                  <a:pt x="759648" y="55966"/>
                  <a:pt x="859118" y="124271"/>
                  <a:pt x="914401" y="184435"/>
                </a:cubicBezTo>
                <a:cubicBezTo>
                  <a:pt x="799895" y="263373"/>
                  <a:pt x="789355" y="302260"/>
                  <a:pt x="693223" y="368870"/>
                </a:cubicBezTo>
                <a:cubicBezTo>
                  <a:pt x="695134" y="331848"/>
                  <a:pt x="691691" y="298915"/>
                  <a:pt x="693223" y="276653"/>
                </a:cubicBezTo>
                <a:cubicBezTo>
                  <a:pt x="470981" y="295056"/>
                  <a:pt x="165347" y="244260"/>
                  <a:pt x="0" y="276653"/>
                </a:cubicBezTo>
                <a:cubicBezTo>
                  <a:pt x="8980" y="231243"/>
                  <a:pt x="-2167" y="138868"/>
                  <a:pt x="0" y="92218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4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F0C5A-A328-F798-8D17-A75B0F53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7EA5009C-BAA6-8C25-058F-E44105ADD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864" y="5287209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47000F0-2C37-2CB6-ECAB-92C93F4D2A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523042E1-5CEA-5830-9937-80FC82D3C2CD}"/>
              </a:ext>
            </a:extLst>
          </p:cNvPr>
          <p:cNvSpPr/>
          <p:nvPr/>
        </p:nvSpPr>
        <p:spPr>
          <a:xfrm rot="5400000">
            <a:off x="5638799" y="4407848"/>
            <a:ext cx="914401" cy="368870"/>
          </a:xfrm>
          <a:custGeom>
            <a:avLst/>
            <a:gdLst>
              <a:gd name="csX0" fmla="*/ 0 w 914401"/>
              <a:gd name="csY0" fmla="*/ 92218 h 368870"/>
              <a:gd name="csX1" fmla="*/ 693223 w 914401"/>
              <a:gd name="csY1" fmla="*/ 92218 h 368870"/>
              <a:gd name="csX2" fmla="*/ 693223 w 914401"/>
              <a:gd name="csY2" fmla="*/ 0 h 368870"/>
              <a:gd name="csX3" fmla="*/ 914401 w 914401"/>
              <a:gd name="csY3" fmla="*/ 184435 h 368870"/>
              <a:gd name="csX4" fmla="*/ 693223 w 914401"/>
              <a:gd name="csY4" fmla="*/ 368870 h 368870"/>
              <a:gd name="csX5" fmla="*/ 693223 w 914401"/>
              <a:gd name="csY5" fmla="*/ 276653 h 368870"/>
              <a:gd name="csX6" fmla="*/ 0 w 914401"/>
              <a:gd name="csY6" fmla="*/ 276653 h 368870"/>
              <a:gd name="csX7" fmla="*/ 0 w 914401"/>
              <a:gd name="csY7" fmla="*/ 92218 h 368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368870" fill="none" extrusionOk="0">
                <a:moveTo>
                  <a:pt x="0" y="92218"/>
                </a:moveTo>
                <a:cubicBezTo>
                  <a:pt x="259057" y="78890"/>
                  <a:pt x="479887" y="86758"/>
                  <a:pt x="693223" y="92218"/>
                </a:cubicBezTo>
                <a:cubicBezTo>
                  <a:pt x="688985" y="60136"/>
                  <a:pt x="696829" y="32827"/>
                  <a:pt x="693223" y="0"/>
                </a:cubicBezTo>
                <a:cubicBezTo>
                  <a:pt x="799385" y="83532"/>
                  <a:pt x="812328" y="98951"/>
                  <a:pt x="914401" y="184435"/>
                </a:cubicBezTo>
                <a:cubicBezTo>
                  <a:pt x="869972" y="237936"/>
                  <a:pt x="783727" y="294589"/>
                  <a:pt x="693223" y="368870"/>
                </a:cubicBezTo>
                <a:cubicBezTo>
                  <a:pt x="694025" y="345904"/>
                  <a:pt x="693228" y="312275"/>
                  <a:pt x="693223" y="276653"/>
                </a:cubicBezTo>
                <a:cubicBezTo>
                  <a:pt x="363533" y="254899"/>
                  <a:pt x="288252" y="259560"/>
                  <a:pt x="0" y="276653"/>
                </a:cubicBezTo>
                <a:cubicBezTo>
                  <a:pt x="-5169" y="202074"/>
                  <a:pt x="-6566" y="156945"/>
                  <a:pt x="0" y="92218"/>
                </a:cubicBezTo>
                <a:close/>
              </a:path>
              <a:path w="914401" h="368870" stroke="0" extrusionOk="0">
                <a:moveTo>
                  <a:pt x="0" y="92218"/>
                </a:moveTo>
                <a:cubicBezTo>
                  <a:pt x="287858" y="74118"/>
                  <a:pt x="494394" y="102183"/>
                  <a:pt x="693223" y="92218"/>
                </a:cubicBezTo>
                <a:cubicBezTo>
                  <a:pt x="697049" y="46713"/>
                  <a:pt x="695874" y="31292"/>
                  <a:pt x="693223" y="0"/>
                </a:cubicBezTo>
                <a:cubicBezTo>
                  <a:pt x="759648" y="55966"/>
                  <a:pt x="859118" y="124271"/>
                  <a:pt x="914401" y="184435"/>
                </a:cubicBezTo>
                <a:cubicBezTo>
                  <a:pt x="799895" y="263373"/>
                  <a:pt x="789355" y="302260"/>
                  <a:pt x="693223" y="368870"/>
                </a:cubicBezTo>
                <a:cubicBezTo>
                  <a:pt x="695134" y="331848"/>
                  <a:pt x="691691" y="298915"/>
                  <a:pt x="693223" y="276653"/>
                </a:cubicBezTo>
                <a:cubicBezTo>
                  <a:pt x="470981" y="295056"/>
                  <a:pt x="165347" y="244260"/>
                  <a:pt x="0" y="276653"/>
                </a:cubicBezTo>
                <a:cubicBezTo>
                  <a:pt x="8980" y="231243"/>
                  <a:pt x="-2167" y="138868"/>
                  <a:pt x="0" y="92218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9CF6483F-9DD7-A1E6-19E6-D35A616C1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0617" y="2804397"/>
            <a:ext cx="1148863" cy="1148863"/>
          </a:xfrm>
          <a:prstGeom prst="rect">
            <a:avLst/>
          </a:prstGeom>
        </p:spPr>
      </p:pic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DCE038A3-2BC9-0757-2104-52668D78D3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5385" y="2690258"/>
            <a:ext cx="1381232" cy="1381232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EAFAA535-2110-78EC-6437-3B52A11BEC8D}"/>
              </a:ext>
            </a:extLst>
          </p:cNvPr>
          <p:cNvSpPr/>
          <p:nvPr/>
        </p:nvSpPr>
        <p:spPr>
          <a:xfrm>
            <a:off x="3914862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trzałka: w prawo 24">
            <a:extLst>
              <a:ext uri="{FF2B5EF4-FFF2-40B4-BE49-F238E27FC236}">
                <a16:creationId xmlns:a16="http://schemas.microsoft.com/office/drawing/2014/main" id="{A135EAD5-7C2F-B626-57AF-26AA60E82B0F}"/>
              </a:ext>
            </a:extLst>
          </p:cNvPr>
          <p:cNvSpPr/>
          <p:nvPr/>
        </p:nvSpPr>
        <p:spPr>
          <a:xfrm rot="16200000">
            <a:off x="5638799" y="1985030"/>
            <a:ext cx="914401" cy="368870"/>
          </a:xfrm>
          <a:custGeom>
            <a:avLst/>
            <a:gdLst>
              <a:gd name="csX0" fmla="*/ 0 w 914401"/>
              <a:gd name="csY0" fmla="*/ 92218 h 368870"/>
              <a:gd name="csX1" fmla="*/ 693223 w 914401"/>
              <a:gd name="csY1" fmla="*/ 92218 h 368870"/>
              <a:gd name="csX2" fmla="*/ 693223 w 914401"/>
              <a:gd name="csY2" fmla="*/ 0 h 368870"/>
              <a:gd name="csX3" fmla="*/ 914401 w 914401"/>
              <a:gd name="csY3" fmla="*/ 184435 h 368870"/>
              <a:gd name="csX4" fmla="*/ 693223 w 914401"/>
              <a:gd name="csY4" fmla="*/ 368870 h 368870"/>
              <a:gd name="csX5" fmla="*/ 693223 w 914401"/>
              <a:gd name="csY5" fmla="*/ 276653 h 368870"/>
              <a:gd name="csX6" fmla="*/ 0 w 914401"/>
              <a:gd name="csY6" fmla="*/ 276653 h 368870"/>
              <a:gd name="csX7" fmla="*/ 0 w 914401"/>
              <a:gd name="csY7" fmla="*/ 92218 h 368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368870" fill="none" extrusionOk="0">
                <a:moveTo>
                  <a:pt x="0" y="92218"/>
                </a:moveTo>
                <a:cubicBezTo>
                  <a:pt x="259057" y="78890"/>
                  <a:pt x="479887" y="86758"/>
                  <a:pt x="693223" y="92218"/>
                </a:cubicBezTo>
                <a:cubicBezTo>
                  <a:pt x="688985" y="60136"/>
                  <a:pt x="696829" y="32827"/>
                  <a:pt x="693223" y="0"/>
                </a:cubicBezTo>
                <a:cubicBezTo>
                  <a:pt x="799385" y="83532"/>
                  <a:pt x="812328" y="98951"/>
                  <a:pt x="914401" y="184435"/>
                </a:cubicBezTo>
                <a:cubicBezTo>
                  <a:pt x="869972" y="237936"/>
                  <a:pt x="783727" y="294589"/>
                  <a:pt x="693223" y="368870"/>
                </a:cubicBezTo>
                <a:cubicBezTo>
                  <a:pt x="694025" y="345904"/>
                  <a:pt x="693228" y="312275"/>
                  <a:pt x="693223" y="276653"/>
                </a:cubicBezTo>
                <a:cubicBezTo>
                  <a:pt x="363533" y="254899"/>
                  <a:pt x="288252" y="259560"/>
                  <a:pt x="0" y="276653"/>
                </a:cubicBezTo>
                <a:cubicBezTo>
                  <a:pt x="-5169" y="202074"/>
                  <a:pt x="-6566" y="156945"/>
                  <a:pt x="0" y="92218"/>
                </a:cubicBezTo>
                <a:close/>
              </a:path>
              <a:path w="914401" h="368870" stroke="0" extrusionOk="0">
                <a:moveTo>
                  <a:pt x="0" y="92218"/>
                </a:moveTo>
                <a:cubicBezTo>
                  <a:pt x="287858" y="74118"/>
                  <a:pt x="494394" y="102183"/>
                  <a:pt x="693223" y="92218"/>
                </a:cubicBezTo>
                <a:cubicBezTo>
                  <a:pt x="697049" y="46713"/>
                  <a:pt x="695874" y="31292"/>
                  <a:pt x="693223" y="0"/>
                </a:cubicBezTo>
                <a:cubicBezTo>
                  <a:pt x="759648" y="55966"/>
                  <a:pt x="859118" y="124271"/>
                  <a:pt x="914401" y="184435"/>
                </a:cubicBezTo>
                <a:cubicBezTo>
                  <a:pt x="799895" y="263373"/>
                  <a:pt x="789355" y="302260"/>
                  <a:pt x="693223" y="368870"/>
                </a:cubicBezTo>
                <a:cubicBezTo>
                  <a:pt x="695134" y="331848"/>
                  <a:pt x="691691" y="298915"/>
                  <a:pt x="693223" y="276653"/>
                </a:cubicBezTo>
                <a:cubicBezTo>
                  <a:pt x="470981" y="295056"/>
                  <a:pt x="165347" y="244260"/>
                  <a:pt x="0" y="276653"/>
                </a:cubicBezTo>
                <a:cubicBezTo>
                  <a:pt x="8980" y="231243"/>
                  <a:pt x="-2167" y="138868"/>
                  <a:pt x="0" y="92218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B30FCF1D-E039-4911-E072-5C59ED01038B}"/>
              </a:ext>
            </a:extLst>
          </p:cNvPr>
          <p:cNvSpPr/>
          <p:nvPr/>
        </p:nvSpPr>
        <p:spPr>
          <a:xfrm>
            <a:off x="7835890" y="1643979"/>
            <a:ext cx="2038073" cy="536265"/>
          </a:xfrm>
          <a:prstGeom prst="flowChartProcess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Init record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46224E65-B991-C02B-DDA7-8E253ACF8DB8}"/>
              </a:ext>
            </a:extLst>
          </p:cNvPr>
          <p:cNvSpPr/>
          <p:nvPr/>
        </p:nvSpPr>
        <p:spPr>
          <a:xfrm>
            <a:off x="7849640" y="2361289"/>
            <a:ext cx="2038073" cy="536265"/>
          </a:xfrm>
          <a:prstGeom prst="flowChartProcess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Verify token exists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1FE651D6-5383-73D1-CF53-3329D80DCA1D}"/>
              </a:ext>
            </a:extLst>
          </p:cNvPr>
          <p:cNvSpPr/>
          <p:nvPr/>
        </p:nvSpPr>
        <p:spPr>
          <a:xfrm>
            <a:off x="7835890" y="3078599"/>
            <a:ext cx="2038073" cy="536265"/>
          </a:xfrm>
          <a:prstGeom prst="flowChartProcess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Insert record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B2CA5BE0-A5C2-DB7D-5542-43E7C8AB3E85}"/>
              </a:ext>
            </a:extLst>
          </p:cNvPr>
          <p:cNvSpPr/>
          <p:nvPr/>
        </p:nvSpPr>
        <p:spPr>
          <a:xfrm>
            <a:off x="7835889" y="3795909"/>
            <a:ext cx="2038073" cy="536265"/>
          </a:xfrm>
          <a:prstGeom prst="flowChartProcess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Delete token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8CF41CA8-6ECF-FC69-EF8A-148E3C1A1134}"/>
              </a:ext>
            </a:extLst>
          </p:cNvPr>
          <p:cNvSpPr/>
          <p:nvPr/>
        </p:nvSpPr>
        <p:spPr>
          <a:xfrm>
            <a:off x="7831350" y="4513219"/>
            <a:ext cx="2038073" cy="536265"/>
          </a:xfrm>
          <a:prstGeom prst="flowChartProcess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Delete record</a:t>
            </a:r>
          </a:p>
        </p:txBody>
      </p:sp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81C3E20D-30F0-A3AA-798B-9EA46C5663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3016" y="328572"/>
            <a:ext cx="1145967" cy="114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1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32BF-035A-6DFA-656B-DAA6203E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6F335F79-1F29-476C-506C-F711B29752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2568" y="2374858"/>
            <a:ext cx="2108281" cy="210828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197DDA8-91D8-7B6A-BBD8-ED5A632BD8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C8EFA9AE-2734-FC2B-3394-0C5433AA4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1151" y="2374857"/>
            <a:ext cx="2108281" cy="2108281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620F6EE0-B201-D184-7F31-B7E8CF1A6AD0}"/>
              </a:ext>
            </a:extLst>
          </p:cNvPr>
          <p:cNvSpPr/>
          <p:nvPr/>
        </p:nvSpPr>
        <p:spPr>
          <a:xfrm>
            <a:off x="5005135" y="3063345"/>
            <a:ext cx="2181730" cy="731309"/>
          </a:xfrm>
          <a:custGeom>
            <a:avLst/>
            <a:gdLst>
              <a:gd name="csX0" fmla="*/ 0 w 2181730"/>
              <a:gd name="csY0" fmla="*/ 182827 h 731309"/>
              <a:gd name="csX1" fmla="*/ 615941 w 2181730"/>
              <a:gd name="csY1" fmla="*/ 182827 h 731309"/>
              <a:gd name="csX2" fmla="*/ 1214450 w 2181730"/>
              <a:gd name="csY2" fmla="*/ 182827 h 731309"/>
              <a:gd name="csX3" fmla="*/ 1743230 w 2181730"/>
              <a:gd name="csY3" fmla="*/ 182827 h 731309"/>
              <a:gd name="csX4" fmla="*/ 1743230 w 2181730"/>
              <a:gd name="csY4" fmla="*/ 0 h 731309"/>
              <a:gd name="csX5" fmla="*/ 2181730 w 2181730"/>
              <a:gd name="csY5" fmla="*/ 365655 h 731309"/>
              <a:gd name="csX6" fmla="*/ 1743230 w 2181730"/>
              <a:gd name="csY6" fmla="*/ 731309 h 731309"/>
              <a:gd name="csX7" fmla="*/ 1743230 w 2181730"/>
              <a:gd name="csY7" fmla="*/ 548482 h 731309"/>
              <a:gd name="csX8" fmla="*/ 1214450 w 2181730"/>
              <a:gd name="csY8" fmla="*/ 548482 h 731309"/>
              <a:gd name="csX9" fmla="*/ 685670 w 2181730"/>
              <a:gd name="csY9" fmla="*/ 548482 h 731309"/>
              <a:gd name="csX10" fmla="*/ 0 w 2181730"/>
              <a:gd name="csY10" fmla="*/ 548482 h 731309"/>
              <a:gd name="csX11" fmla="*/ 0 w 2181730"/>
              <a:gd name="csY11" fmla="*/ 182827 h 731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181730" h="731309" fill="none" extrusionOk="0">
                <a:moveTo>
                  <a:pt x="0" y="182827"/>
                </a:moveTo>
                <a:cubicBezTo>
                  <a:pt x="238275" y="158627"/>
                  <a:pt x="445264" y="190894"/>
                  <a:pt x="615941" y="182827"/>
                </a:cubicBezTo>
                <a:cubicBezTo>
                  <a:pt x="786618" y="174760"/>
                  <a:pt x="1091138" y="172929"/>
                  <a:pt x="1214450" y="182827"/>
                </a:cubicBezTo>
                <a:cubicBezTo>
                  <a:pt x="1337762" y="192725"/>
                  <a:pt x="1581665" y="202885"/>
                  <a:pt x="1743230" y="182827"/>
                </a:cubicBezTo>
                <a:cubicBezTo>
                  <a:pt x="1747586" y="92329"/>
                  <a:pt x="1742212" y="62303"/>
                  <a:pt x="1743230" y="0"/>
                </a:cubicBezTo>
                <a:cubicBezTo>
                  <a:pt x="1844441" y="86869"/>
                  <a:pt x="2017224" y="245451"/>
                  <a:pt x="2181730" y="365655"/>
                </a:cubicBezTo>
                <a:cubicBezTo>
                  <a:pt x="2070660" y="489624"/>
                  <a:pt x="1900855" y="576678"/>
                  <a:pt x="1743230" y="731309"/>
                </a:cubicBezTo>
                <a:cubicBezTo>
                  <a:pt x="1738015" y="661418"/>
                  <a:pt x="1737952" y="602876"/>
                  <a:pt x="1743230" y="548482"/>
                </a:cubicBezTo>
                <a:cubicBezTo>
                  <a:pt x="1589142" y="564487"/>
                  <a:pt x="1329176" y="540778"/>
                  <a:pt x="1214450" y="548482"/>
                </a:cubicBezTo>
                <a:cubicBezTo>
                  <a:pt x="1099724" y="556186"/>
                  <a:pt x="808836" y="525506"/>
                  <a:pt x="685670" y="548482"/>
                </a:cubicBezTo>
                <a:cubicBezTo>
                  <a:pt x="562504" y="571458"/>
                  <a:pt x="232666" y="534909"/>
                  <a:pt x="0" y="548482"/>
                </a:cubicBezTo>
                <a:cubicBezTo>
                  <a:pt x="-8387" y="396397"/>
                  <a:pt x="-16669" y="279474"/>
                  <a:pt x="0" y="182827"/>
                </a:cubicBezTo>
                <a:close/>
              </a:path>
              <a:path w="2181730" h="731309" stroke="0" extrusionOk="0">
                <a:moveTo>
                  <a:pt x="0" y="182827"/>
                </a:moveTo>
                <a:cubicBezTo>
                  <a:pt x="115272" y="191069"/>
                  <a:pt x="396340" y="202930"/>
                  <a:pt x="563644" y="182827"/>
                </a:cubicBezTo>
                <a:cubicBezTo>
                  <a:pt x="730948" y="162724"/>
                  <a:pt x="913182" y="205191"/>
                  <a:pt x="1092424" y="182827"/>
                </a:cubicBezTo>
                <a:cubicBezTo>
                  <a:pt x="1271666" y="160463"/>
                  <a:pt x="1429675" y="181209"/>
                  <a:pt x="1743230" y="182827"/>
                </a:cubicBezTo>
                <a:cubicBezTo>
                  <a:pt x="1746805" y="138453"/>
                  <a:pt x="1748573" y="72267"/>
                  <a:pt x="1743230" y="0"/>
                </a:cubicBezTo>
                <a:cubicBezTo>
                  <a:pt x="1879714" y="83730"/>
                  <a:pt x="2030863" y="253086"/>
                  <a:pt x="2181730" y="365655"/>
                </a:cubicBezTo>
                <a:cubicBezTo>
                  <a:pt x="2022558" y="525869"/>
                  <a:pt x="1869801" y="594938"/>
                  <a:pt x="1743230" y="731309"/>
                </a:cubicBezTo>
                <a:cubicBezTo>
                  <a:pt x="1745755" y="650013"/>
                  <a:pt x="1734522" y="625169"/>
                  <a:pt x="1743230" y="548482"/>
                </a:cubicBezTo>
                <a:cubicBezTo>
                  <a:pt x="1581099" y="551435"/>
                  <a:pt x="1369450" y="561465"/>
                  <a:pt x="1197018" y="548482"/>
                </a:cubicBezTo>
                <a:cubicBezTo>
                  <a:pt x="1024586" y="535499"/>
                  <a:pt x="815341" y="563839"/>
                  <a:pt x="615941" y="548482"/>
                </a:cubicBezTo>
                <a:cubicBezTo>
                  <a:pt x="416541" y="533125"/>
                  <a:pt x="161681" y="552227"/>
                  <a:pt x="0" y="548482"/>
                </a:cubicBezTo>
                <a:cubicBezTo>
                  <a:pt x="-6110" y="457959"/>
                  <a:pt x="-13828" y="269338"/>
                  <a:pt x="0" y="182827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34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1FDE2-5358-6041-F557-7ECD1FDE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EA6BF211-A118-4703-AD6C-2BAF5AC06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864" y="5287209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27F723-32FD-C146-5E7B-DF10AC342C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1586CA11-2C6B-72DD-97FE-F18D0F1161EC}"/>
              </a:ext>
            </a:extLst>
          </p:cNvPr>
          <p:cNvSpPr/>
          <p:nvPr/>
        </p:nvSpPr>
        <p:spPr>
          <a:xfrm rot="5400000">
            <a:off x="5638799" y="4414723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2EA7CF5C-2841-1BB0-BFC1-C6501C2A0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5385" y="2690258"/>
            <a:ext cx="1381232" cy="1381232"/>
          </a:xfrm>
          <a:prstGeom prst="rect">
            <a:avLst/>
          </a:prstGeom>
        </p:spPr>
      </p:pic>
      <p:sp>
        <p:nvSpPr>
          <p:cNvPr id="3" name="Strzałka: w prawo 24">
            <a:extLst>
              <a:ext uri="{FF2B5EF4-FFF2-40B4-BE49-F238E27FC236}">
                <a16:creationId xmlns:a16="http://schemas.microsoft.com/office/drawing/2014/main" id="{E1292F5E-DD08-1E71-84BE-DB01EB411775}"/>
              </a:ext>
            </a:extLst>
          </p:cNvPr>
          <p:cNvSpPr/>
          <p:nvPr/>
        </p:nvSpPr>
        <p:spPr>
          <a:xfrm>
            <a:off x="6823285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nvelope outline">
            <a:extLst>
              <a:ext uri="{FF2B5EF4-FFF2-40B4-BE49-F238E27FC236}">
                <a16:creationId xmlns:a16="http://schemas.microsoft.com/office/drawing/2014/main" id="{7A0D94AE-C10A-5E9B-D756-6DBFCB951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2522" y="2804396"/>
            <a:ext cx="1148863" cy="1148863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F84D9C7D-8A83-2741-F33D-0CE0BFE51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3016" y="328572"/>
            <a:ext cx="1145967" cy="1145967"/>
          </a:xfrm>
          <a:prstGeom prst="rect">
            <a:avLst/>
          </a:prstGeom>
        </p:spPr>
      </p:pic>
      <p:sp>
        <p:nvSpPr>
          <p:cNvPr id="8" name="Strzałka: w prawo 24">
            <a:extLst>
              <a:ext uri="{FF2B5EF4-FFF2-40B4-BE49-F238E27FC236}">
                <a16:creationId xmlns:a16="http://schemas.microsoft.com/office/drawing/2014/main" id="{5A912D3E-2D6D-4851-B21D-E4716A65D536}"/>
              </a:ext>
            </a:extLst>
          </p:cNvPr>
          <p:cNvSpPr/>
          <p:nvPr/>
        </p:nvSpPr>
        <p:spPr>
          <a:xfrm rot="16200000">
            <a:off x="5638799" y="1991905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90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0C43-2064-EE18-AD23-C0113D7F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6EDF355D-4ACC-CD64-A038-BA8F00C90C42}"/>
              </a:ext>
            </a:extLst>
          </p:cNvPr>
          <p:cNvSpPr/>
          <p:nvPr/>
        </p:nvSpPr>
        <p:spPr>
          <a:xfrm>
            <a:off x="1819482" y="3878176"/>
            <a:ext cx="2038073" cy="536265"/>
          </a:xfrm>
          <a:prstGeom prst="flowChartProcess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Send messages</a:t>
            </a:r>
          </a:p>
        </p:txBody>
      </p:sp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279B3D14-7641-95CF-6250-5EC19ACA1B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864" y="5287209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DC2C202-6C3B-73F1-8FA2-1FB04824E4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0C2C7A51-4808-95EC-370E-38C3860DF35B}"/>
              </a:ext>
            </a:extLst>
          </p:cNvPr>
          <p:cNvSpPr/>
          <p:nvPr/>
        </p:nvSpPr>
        <p:spPr>
          <a:xfrm rot="5400000">
            <a:off x="5638799" y="4414723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C33CA093-BB3B-B9A9-8F6E-C74318569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5385" y="2690258"/>
            <a:ext cx="1381232" cy="1381232"/>
          </a:xfrm>
          <a:prstGeom prst="rect">
            <a:avLst/>
          </a:prstGeom>
        </p:spPr>
      </p:pic>
      <p:sp>
        <p:nvSpPr>
          <p:cNvPr id="3" name="Strzałka: w prawo 24">
            <a:extLst>
              <a:ext uri="{FF2B5EF4-FFF2-40B4-BE49-F238E27FC236}">
                <a16:creationId xmlns:a16="http://schemas.microsoft.com/office/drawing/2014/main" id="{247A2F4B-1BA0-A426-B93D-8A5A91F80E35}"/>
              </a:ext>
            </a:extLst>
          </p:cNvPr>
          <p:cNvSpPr/>
          <p:nvPr/>
        </p:nvSpPr>
        <p:spPr>
          <a:xfrm>
            <a:off x="6823285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nvelope outline">
            <a:extLst>
              <a:ext uri="{FF2B5EF4-FFF2-40B4-BE49-F238E27FC236}">
                <a16:creationId xmlns:a16="http://schemas.microsoft.com/office/drawing/2014/main" id="{7E90772E-94A7-E805-9A52-689E8BE04E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2522" y="2804396"/>
            <a:ext cx="1148863" cy="1148863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5D64CD3A-67A0-B12F-86D4-BEC16AADC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3016" y="328572"/>
            <a:ext cx="1145967" cy="1145967"/>
          </a:xfrm>
          <a:prstGeom prst="rect">
            <a:avLst/>
          </a:prstGeom>
        </p:spPr>
      </p:pic>
      <p:sp>
        <p:nvSpPr>
          <p:cNvPr id="8" name="Strzałka: w prawo 24">
            <a:extLst>
              <a:ext uri="{FF2B5EF4-FFF2-40B4-BE49-F238E27FC236}">
                <a16:creationId xmlns:a16="http://schemas.microsoft.com/office/drawing/2014/main" id="{4E82194F-FD3A-D0E7-1CDE-DE4ED732660C}"/>
              </a:ext>
            </a:extLst>
          </p:cNvPr>
          <p:cNvSpPr/>
          <p:nvPr/>
        </p:nvSpPr>
        <p:spPr>
          <a:xfrm rot="16200000">
            <a:off x="5638799" y="1991905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4B5FCF1-47D4-7DD5-FE0E-406DA50CD044}"/>
              </a:ext>
            </a:extLst>
          </p:cNvPr>
          <p:cNvSpPr/>
          <p:nvPr/>
        </p:nvSpPr>
        <p:spPr>
          <a:xfrm>
            <a:off x="1805732" y="2443557"/>
            <a:ext cx="2038073" cy="536265"/>
          </a:xfrm>
          <a:prstGeom prst="flowChartProcess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Store messages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79145DE4-A286-924C-2D27-881CCD57E323}"/>
              </a:ext>
            </a:extLst>
          </p:cNvPr>
          <p:cNvSpPr/>
          <p:nvPr/>
        </p:nvSpPr>
        <p:spPr>
          <a:xfrm>
            <a:off x="1819482" y="3160867"/>
            <a:ext cx="2038073" cy="536265"/>
          </a:xfrm>
          <a:prstGeom prst="flowChartProcess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Create tokens</a:t>
            </a:r>
          </a:p>
        </p:txBody>
      </p:sp>
    </p:spTree>
    <p:extLst>
      <p:ext uri="{BB962C8B-B14F-4D97-AF65-F5344CB8AC3E}">
        <p14:creationId xmlns:p14="http://schemas.microsoft.com/office/powerpoint/2010/main" val="286764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5707-FFB1-9190-990A-02886573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8748BEFE-6B24-5DF9-5937-5BE665A8A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0748" y="5287209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58D94FE-C774-B840-D262-C410FDC82E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6371A0B2-FEE1-FCB7-5E51-16EC9850478E}"/>
              </a:ext>
            </a:extLst>
          </p:cNvPr>
          <p:cNvSpPr/>
          <p:nvPr/>
        </p:nvSpPr>
        <p:spPr>
          <a:xfrm rot="5400000">
            <a:off x="4554683" y="4407848"/>
            <a:ext cx="914401" cy="368870"/>
          </a:xfrm>
          <a:custGeom>
            <a:avLst/>
            <a:gdLst>
              <a:gd name="csX0" fmla="*/ 0 w 914401"/>
              <a:gd name="csY0" fmla="*/ 92218 h 368870"/>
              <a:gd name="csX1" fmla="*/ 693223 w 914401"/>
              <a:gd name="csY1" fmla="*/ 92218 h 368870"/>
              <a:gd name="csX2" fmla="*/ 693223 w 914401"/>
              <a:gd name="csY2" fmla="*/ 0 h 368870"/>
              <a:gd name="csX3" fmla="*/ 914401 w 914401"/>
              <a:gd name="csY3" fmla="*/ 184435 h 368870"/>
              <a:gd name="csX4" fmla="*/ 693223 w 914401"/>
              <a:gd name="csY4" fmla="*/ 368870 h 368870"/>
              <a:gd name="csX5" fmla="*/ 693223 w 914401"/>
              <a:gd name="csY5" fmla="*/ 276653 h 368870"/>
              <a:gd name="csX6" fmla="*/ 0 w 914401"/>
              <a:gd name="csY6" fmla="*/ 276653 h 368870"/>
              <a:gd name="csX7" fmla="*/ 0 w 914401"/>
              <a:gd name="csY7" fmla="*/ 92218 h 368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368870" fill="none" extrusionOk="0">
                <a:moveTo>
                  <a:pt x="0" y="92218"/>
                </a:moveTo>
                <a:cubicBezTo>
                  <a:pt x="259057" y="78890"/>
                  <a:pt x="479887" y="86758"/>
                  <a:pt x="693223" y="92218"/>
                </a:cubicBezTo>
                <a:cubicBezTo>
                  <a:pt x="688985" y="60136"/>
                  <a:pt x="696829" y="32827"/>
                  <a:pt x="693223" y="0"/>
                </a:cubicBezTo>
                <a:cubicBezTo>
                  <a:pt x="799385" y="83532"/>
                  <a:pt x="812328" y="98951"/>
                  <a:pt x="914401" y="184435"/>
                </a:cubicBezTo>
                <a:cubicBezTo>
                  <a:pt x="869972" y="237936"/>
                  <a:pt x="783727" y="294589"/>
                  <a:pt x="693223" y="368870"/>
                </a:cubicBezTo>
                <a:cubicBezTo>
                  <a:pt x="694025" y="345904"/>
                  <a:pt x="693228" y="312275"/>
                  <a:pt x="693223" y="276653"/>
                </a:cubicBezTo>
                <a:cubicBezTo>
                  <a:pt x="363533" y="254899"/>
                  <a:pt x="288252" y="259560"/>
                  <a:pt x="0" y="276653"/>
                </a:cubicBezTo>
                <a:cubicBezTo>
                  <a:pt x="-5169" y="202074"/>
                  <a:pt x="-6566" y="156945"/>
                  <a:pt x="0" y="92218"/>
                </a:cubicBezTo>
                <a:close/>
              </a:path>
              <a:path w="914401" h="368870" stroke="0" extrusionOk="0">
                <a:moveTo>
                  <a:pt x="0" y="92218"/>
                </a:moveTo>
                <a:cubicBezTo>
                  <a:pt x="287858" y="74118"/>
                  <a:pt x="494394" y="102183"/>
                  <a:pt x="693223" y="92218"/>
                </a:cubicBezTo>
                <a:cubicBezTo>
                  <a:pt x="697049" y="46713"/>
                  <a:pt x="695874" y="31292"/>
                  <a:pt x="693223" y="0"/>
                </a:cubicBezTo>
                <a:cubicBezTo>
                  <a:pt x="759648" y="55966"/>
                  <a:pt x="859118" y="124271"/>
                  <a:pt x="914401" y="184435"/>
                </a:cubicBezTo>
                <a:cubicBezTo>
                  <a:pt x="799895" y="263373"/>
                  <a:pt x="789355" y="302260"/>
                  <a:pt x="693223" y="368870"/>
                </a:cubicBezTo>
                <a:cubicBezTo>
                  <a:pt x="695134" y="331848"/>
                  <a:pt x="691691" y="298915"/>
                  <a:pt x="693223" y="276653"/>
                </a:cubicBezTo>
                <a:cubicBezTo>
                  <a:pt x="470981" y="295056"/>
                  <a:pt x="165347" y="244260"/>
                  <a:pt x="0" y="276653"/>
                </a:cubicBezTo>
                <a:cubicBezTo>
                  <a:pt x="8980" y="231243"/>
                  <a:pt x="-2167" y="138868"/>
                  <a:pt x="0" y="92218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1CF3457B-60AF-BE50-8E3A-CF5A08D20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6501" y="2804397"/>
            <a:ext cx="1148863" cy="1148863"/>
          </a:xfrm>
          <a:prstGeom prst="rect">
            <a:avLst/>
          </a:prstGeom>
        </p:spPr>
      </p:pic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90607EF9-7094-BEE9-1949-CD54BE201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1269" y="2690258"/>
            <a:ext cx="1381232" cy="1381232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A67E5DF4-689B-2206-2E87-6A42F57DC85D}"/>
              </a:ext>
            </a:extLst>
          </p:cNvPr>
          <p:cNvSpPr/>
          <p:nvPr/>
        </p:nvSpPr>
        <p:spPr>
          <a:xfrm>
            <a:off x="2830746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ED05ED27-66FA-3E92-5123-C59E6C79B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8900" y="328572"/>
            <a:ext cx="1145967" cy="1145967"/>
          </a:xfrm>
          <a:prstGeom prst="rect">
            <a:avLst/>
          </a:prstGeom>
        </p:spPr>
      </p:pic>
      <p:sp>
        <p:nvSpPr>
          <p:cNvPr id="8" name="Strzałka: w prawo 24">
            <a:extLst>
              <a:ext uri="{FF2B5EF4-FFF2-40B4-BE49-F238E27FC236}">
                <a16:creationId xmlns:a16="http://schemas.microsoft.com/office/drawing/2014/main" id="{80E70CF5-E456-58DF-0DE3-E418A7C4573C}"/>
              </a:ext>
            </a:extLst>
          </p:cNvPr>
          <p:cNvSpPr/>
          <p:nvPr/>
        </p:nvSpPr>
        <p:spPr>
          <a:xfrm rot="16200000">
            <a:off x="4554683" y="1985030"/>
            <a:ext cx="914401" cy="368870"/>
          </a:xfrm>
          <a:custGeom>
            <a:avLst/>
            <a:gdLst>
              <a:gd name="csX0" fmla="*/ 0 w 914401"/>
              <a:gd name="csY0" fmla="*/ 92218 h 368870"/>
              <a:gd name="csX1" fmla="*/ 693223 w 914401"/>
              <a:gd name="csY1" fmla="*/ 92218 h 368870"/>
              <a:gd name="csX2" fmla="*/ 693223 w 914401"/>
              <a:gd name="csY2" fmla="*/ 0 h 368870"/>
              <a:gd name="csX3" fmla="*/ 914401 w 914401"/>
              <a:gd name="csY3" fmla="*/ 184435 h 368870"/>
              <a:gd name="csX4" fmla="*/ 693223 w 914401"/>
              <a:gd name="csY4" fmla="*/ 368870 h 368870"/>
              <a:gd name="csX5" fmla="*/ 693223 w 914401"/>
              <a:gd name="csY5" fmla="*/ 276653 h 368870"/>
              <a:gd name="csX6" fmla="*/ 0 w 914401"/>
              <a:gd name="csY6" fmla="*/ 276653 h 368870"/>
              <a:gd name="csX7" fmla="*/ 0 w 914401"/>
              <a:gd name="csY7" fmla="*/ 92218 h 368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368870" fill="none" extrusionOk="0">
                <a:moveTo>
                  <a:pt x="0" y="92218"/>
                </a:moveTo>
                <a:cubicBezTo>
                  <a:pt x="259057" y="78890"/>
                  <a:pt x="479887" y="86758"/>
                  <a:pt x="693223" y="92218"/>
                </a:cubicBezTo>
                <a:cubicBezTo>
                  <a:pt x="688985" y="60136"/>
                  <a:pt x="696829" y="32827"/>
                  <a:pt x="693223" y="0"/>
                </a:cubicBezTo>
                <a:cubicBezTo>
                  <a:pt x="799385" y="83532"/>
                  <a:pt x="812328" y="98951"/>
                  <a:pt x="914401" y="184435"/>
                </a:cubicBezTo>
                <a:cubicBezTo>
                  <a:pt x="869972" y="237936"/>
                  <a:pt x="783727" y="294589"/>
                  <a:pt x="693223" y="368870"/>
                </a:cubicBezTo>
                <a:cubicBezTo>
                  <a:pt x="694025" y="345904"/>
                  <a:pt x="693228" y="312275"/>
                  <a:pt x="693223" y="276653"/>
                </a:cubicBezTo>
                <a:cubicBezTo>
                  <a:pt x="363533" y="254899"/>
                  <a:pt x="288252" y="259560"/>
                  <a:pt x="0" y="276653"/>
                </a:cubicBezTo>
                <a:cubicBezTo>
                  <a:pt x="-5169" y="202074"/>
                  <a:pt x="-6566" y="156945"/>
                  <a:pt x="0" y="92218"/>
                </a:cubicBezTo>
                <a:close/>
              </a:path>
              <a:path w="914401" h="368870" stroke="0" extrusionOk="0">
                <a:moveTo>
                  <a:pt x="0" y="92218"/>
                </a:moveTo>
                <a:cubicBezTo>
                  <a:pt x="287858" y="74118"/>
                  <a:pt x="494394" y="102183"/>
                  <a:pt x="693223" y="92218"/>
                </a:cubicBezTo>
                <a:cubicBezTo>
                  <a:pt x="697049" y="46713"/>
                  <a:pt x="695874" y="31292"/>
                  <a:pt x="693223" y="0"/>
                </a:cubicBezTo>
                <a:cubicBezTo>
                  <a:pt x="759648" y="55966"/>
                  <a:pt x="859118" y="124271"/>
                  <a:pt x="914401" y="184435"/>
                </a:cubicBezTo>
                <a:cubicBezTo>
                  <a:pt x="799895" y="263373"/>
                  <a:pt x="789355" y="302260"/>
                  <a:pt x="693223" y="368870"/>
                </a:cubicBezTo>
                <a:cubicBezTo>
                  <a:pt x="695134" y="331848"/>
                  <a:pt x="691691" y="298915"/>
                  <a:pt x="693223" y="276653"/>
                </a:cubicBezTo>
                <a:cubicBezTo>
                  <a:pt x="470981" y="295056"/>
                  <a:pt x="165347" y="244260"/>
                  <a:pt x="0" y="276653"/>
                </a:cubicBezTo>
                <a:cubicBezTo>
                  <a:pt x="8980" y="231243"/>
                  <a:pt x="-2167" y="138868"/>
                  <a:pt x="0" y="92218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a 30" descr="Baza danych">
            <a:extLst>
              <a:ext uri="{FF2B5EF4-FFF2-40B4-BE49-F238E27FC236}">
                <a16:creationId xmlns:a16="http://schemas.microsoft.com/office/drawing/2014/main" id="{9EAB3FEB-F94C-92B6-085F-55B12619C6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082" y="5287209"/>
            <a:ext cx="1145968" cy="1145968"/>
          </a:xfrm>
          <a:prstGeom prst="rect">
            <a:avLst/>
          </a:prstGeom>
        </p:spPr>
      </p:pic>
      <p:sp>
        <p:nvSpPr>
          <p:cNvPr id="4" name="Strzałka: w prawo 24">
            <a:extLst>
              <a:ext uri="{FF2B5EF4-FFF2-40B4-BE49-F238E27FC236}">
                <a16:creationId xmlns:a16="http://schemas.microsoft.com/office/drawing/2014/main" id="{9FE101FB-3CD1-8EE6-E5AD-5CCE62499848}"/>
              </a:ext>
            </a:extLst>
          </p:cNvPr>
          <p:cNvSpPr/>
          <p:nvPr/>
        </p:nvSpPr>
        <p:spPr>
          <a:xfrm rot="5400000">
            <a:off x="6676017" y="4414723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a 6" descr="Pojedyncze koło zębate">
            <a:extLst>
              <a:ext uri="{FF2B5EF4-FFF2-40B4-BE49-F238E27FC236}">
                <a16:creationId xmlns:a16="http://schemas.microsoft.com/office/drawing/2014/main" id="{1E299CB4-5E4F-2D84-4049-6F20D4D0D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2603" y="2690258"/>
            <a:ext cx="1381232" cy="1381232"/>
          </a:xfrm>
          <a:prstGeom prst="rect">
            <a:avLst/>
          </a:prstGeom>
        </p:spPr>
      </p:pic>
      <p:sp>
        <p:nvSpPr>
          <p:cNvPr id="10" name="Strzałka: w prawo 24">
            <a:extLst>
              <a:ext uri="{FF2B5EF4-FFF2-40B4-BE49-F238E27FC236}">
                <a16:creationId xmlns:a16="http://schemas.microsoft.com/office/drawing/2014/main" id="{31E696C0-B5D7-9FBE-7103-E7D5B5DA0A18}"/>
              </a:ext>
            </a:extLst>
          </p:cNvPr>
          <p:cNvSpPr/>
          <p:nvPr/>
        </p:nvSpPr>
        <p:spPr>
          <a:xfrm>
            <a:off x="7860503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1A6A8D68-44C9-E18A-66A1-AEC418E07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9740" y="2804396"/>
            <a:ext cx="1148863" cy="1148863"/>
          </a:xfrm>
          <a:prstGeom prst="rect">
            <a:avLst/>
          </a:prstGeom>
        </p:spPr>
      </p:pic>
      <p:pic>
        <p:nvPicPr>
          <p:cNvPr id="12" name="Graphic 11" descr="Database outline">
            <a:extLst>
              <a:ext uri="{FF2B5EF4-FFF2-40B4-BE49-F238E27FC236}">
                <a16:creationId xmlns:a16="http://schemas.microsoft.com/office/drawing/2014/main" id="{931952AE-6005-3835-9DC6-B61C0EA7B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0234" y="328572"/>
            <a:ext cx="1145967" cy="1145967"/>
          </a:xfrm>
          <a:prstGeom prst="rect">
            <a:avLst/>
          </a:prstGeom>
        </p:spPr>
      </p:pic>
      <p:sp>
        <p:nvSpPr>
          <p:cNvPr id="14" name="Strzałka: w prawo 24">
            <a:extLst>
              <a:ext uri="{FF2B5EF4-FFF2-40B4-BE49-F238E27FC236}">
                <a16:creationId xmlns:a16="http://schemas.microsoft.com/office/drawing/2014/main" id="{E6480F6C-DF4F-5B07-514D-B2049510BD20}"/>
              </a:ext>
            </a:extLst>
          </p:cNvPr>
          <p:cNvSpPr/>
          <p:nvPr/>
        </p:nvSpPr>
        <p:spPr>
          <a:xfrm rot="16200000">
            <a:off x="6676017" y="1991905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3770CE-A2E2-A4B7-80F7-55D2784ABC58}"/>
              </a:ext>
            </a:extLst>
          </p:cNvPr>
          <p:cNvCxnSpPr>
            <a:cxnSpLocks/>
          </p:cNvCxnSpPr>
          <p:nvPr/>
        </p:nvCxnSpPr>
        <p:spPr>
          <a:xfrm>
            <a:off x="6082250" y="219325"/>
            <a:ext cx="13750" cy="6415231"/>
          </a:xfrm>
          <a:prstGeom prst="line">
            <a:avLst/>
          </a:prstGeom>
          <a:ln w="76200">
            <a:solidFill>
              <a:srgbClr val="2929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01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E47D-9D59-2DE6-EEEF-88FDC9CC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D84ACD0E-B434-2DA7-107C-E33865FEF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864" y="5287209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CDB8EA-DA35-1AB7-4881-0608EB9C07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D5272E88-1C34-8A26-8227-FFC145B9E9F2}"/>
              </a:ext>
            </a:extLst>
          </p:cNvPr>
          <p:cNvSpPr/>
          <p:nvPr/>
        </p:nvSpPr>
        <p:spPr>
          <a:xfrm rot="5400000">
            <a:off x="5638800" y="4390708"/>
            <a:ext cx="914401" cy="403149"/>
          </a:xfrm>
          <a:custGeom>
            <a:avLst/>
            <a:gdLst>
              <a:gd name="csX0" fmla="*/ 0 w 914401"/>
              <a:gd name="csY0" fmla="*/ 100787 h 403149"/>
              <a:gd name="csX1" fmla="*/ 672669 w 914401"/>
              <a:gd name="csY1" fmla="*/ 100787 h 403149"/>
              <a:gd name="csX2" fmla="*/ 672669 w 914401"/>
              <a:gd name="csY2" fmla="*/ 0 h 403149"/>
              <a:gd name="csX3" fmla="*/ 914401 w 914401"/>
              <a:gd name="csY3" fmla="*/ 201575 h 403149"/>
              <a:gd name="csX4" fmla="*/ 672669 w 914401"/>
              <a:gd name="csY4" fmla="*/ 403149 h 403149"/>
              <a:gd name="csX5" fmla="*/ 672669 w 914401"/>
              <a:gd name="csY5" fmla="*/ 302362 h 403149"/>
              <a:gd name="csX6" fmla="*/ 0 w 914401"/>
              <a:gd name="csY6" fmla="*/ 302362 h 403149"/>
              <a:gd name="csX7" fmla="*/ 0 w 914401"/>
              <a:gd name="csY7" fmla="*/ 100787 h 403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403149" fill="none" extrusionOk="0">
                <a:moveTo>
                  <a:pt x="0" y="100787"/>
                </a:moveTo>
                <a:cubicBezTo>
                  <a:pt x="298902" y="118752"/>
                  <a:pt x="395343" y="90110"/>
                  <a:pt x="672669" y="100787"/>
                </a:cubicBezTo>
                <a:cubicBezTo>
                  <a:pt x="668019" y="56609"/>
                  <a:pt x="671115" y="41207"/>
                  <a:pt x="672669" y="0"/>
                </a:cubicBezTo>
                <a:cubicBezTo>
                  <a:pt x="742087" y="59184"/>
                  <a:pt x="799713" y="95537"/>
                  <a:pt x="914401" y="201575"/>
                </a:cubicBezTo>
                <a:cubicBezTo>
                  <a:pt x="845420" y="273694"/>
                  <a:pt x="783453" y="297178"/>
                  <a:pt x="672669" y="403149"/>
                </a:cubicBezTo>
                <a:cubicBezTo>
                  <a:pt x="669339" y="369704"/>
                  <a:pt x="668494" y="337398"/>
                  <a:pt x="672669" y="302362"/>
                </a:cubicBezTo>
                <a:cubicBezTo>
                  <a:pt x="366506" y="308758"/>
                  <a:pt x="211224" y="291065"/>
                  <a:pt x="0" y="302362"/>
                </a:cubicBezTo>
                <a:cubicBezTo>
                  <a:pt x="-4038" y="210521"/>
                  <a:pt x="4606" y="155000"/>
                  <a:pt x="0" y="100787"/>
                </a:cubicBezTo>
                <a:close/>
              </a:path>
              <a:path w="914401" h="403149" stroke="0" extrusionOk="0">
                <a:moveTo>
                  <a:pt x="0" y="100787"/>
                </a:moveTo>
                <a:cubicBezTo>
                  <a:pt x="143268" y="73544"/>
                  <a:pt x="434514" y="77143"/>
                  <a:pt x="672669" y="100787"/>
                </a:cubicBezTo>
                <a:cubicBezTo>
                  <a:pt x="670557" y="56018"/>
                  <a:pt x="670388" y="44882"/>
                  <a:pt x="672669" y="0"/>
                </a:cubicBezTo>
                <a:cubicBezTo>
                  <a:pt x="787962" y="100464"/>
                  <a:pt x="817001" y="103428"/>
                  <a:pt x="914401" y="201575"/>
                </a:cubicBezTo>
                <a:cubicBezTo>
                  <a:pt x="816909" y="295264"/>
                  <a:pt x="791331" y="299800"/>
                  <a:pt x="672669" y="403149"/>
                </a:cubicBezTo>
                <a:cubicBezTo>
                  <a:pt x="672047" y="372369"/>
                  <a:pt x="670870" y="331901"/>
                  <a:pt x="672669" y="302362"/>
                </a:cubicBezTo>
                <a:cubicBezTo>
                  <a:pt x="536761" y="329214"/>
                  <a:pt x="167256" y="324254"/>
                  <a:pt x="0" y="302362"/>
                </a:cubicBezTo>
                <a:cubicBezTo>
                  <a:pt x="4748" y="217152"/>
                  <a:pt x="-1810" y="143317"/>
                  <a:pt x="0" y="100787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0B9C5938-F1C5-D0BE-2593-63339C576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5385" y="2690258"/>
            <a:ext cx="1381232" cy="1381232"/>
          </a:xfrm>
          <a:prstGeom prst="rect">
            <a:avLst/>
          </a:prstGeom>
        </p:spPr>
      </p:pic>
      <p:sp>
        <p:nvSpPr>
          <p:cNvPr id="3" name="Strzałka: w prawo 24">
            <a:extLst>
              <a:ext uri="{FF2B5EF4-FFF2-40B4-BE49-F238E27FC236}">
                <a16:creationId xmlns:a16="http://schemas.microsoft.com/office/drawing/2014/main" id="{9B3F8D8A-CD43-8C1E-F8BA-B201B2E9EF07}"/>
              </a:ext>
            </a:extLst>
          </p:cNvPr>
          <p:cNvSpPr/>
          <p:nvPr/>
        </p:nvSpPr>
        <p:spPr>
          <a:xfrm>
            <a:off x="6823285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nvelope outline">
            <a:extLst>
              <a:ext uri="{FF2B5EF4-FFF2-40B4-BE49-F238E27FC236}">
                <a16:creationId xmlns:a16="http://schemas.microsoft.com/office/drawing/2014/main" id="{1A951D6F-BE43-D21B-7F87-6FE8BFB0B2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2522" y="2804396"/>
            <a:ext cx="1148863" cy="1148863"/>
          </a:xfrm>
          <a:prstGeom prst="rect">
            <a:avLst/>
          </a:prstGeom>
        </p:spPr>
      </p:pic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A0F1936D-3672-3F43-5289-457619379A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0617" y="2804397"/>
            <a:ext cx="1148863" cy="1148863"/>
          </a:xfrm>
          <a:prstGeom prst="rect">
            <a:avLst/>
          </a:prstGeom>
        </p:spPr>
      </p:pic>
      <p:sp>
        <p:nvSpPr>
          <p:cNvPr id="4" name="Strzałka: w prawo 24">
            <a:extLst>
              <a:ext uri="{FF2B5EF4-FFF2-40B4-BE49-F238E27FC236}">
                <a16:creationId xmlns:a16="http://schemas.microsoft.com/office/drawing/2014/main" id="{0528E2B1-A545-6647-19D9-AD60A4498CB5}"/>
              </a:ext>
            </a:extLst>
          </p:cNvPr>
          <p:cNvSpPr/>
          <p:nvPr/>
        </p:nvSpPr>
        <p:spPr>
          <a:xfrm>
            <a:off x="3914862" y="3241191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08DCC161-0359-65FA-F9EE-D3C98FFF06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865" y="328572"/>
            <a:ext cx="1145967" cy="1145967"/>
          </a:xfrm>
          <a:prstGeom prst="rect">
            <a:avLst/>
          </a:prstGeom>
        </p:spPr>
      </p:pic>
      <p:sp>
        <p:nvSpPr>
          <p:cNvPr id="15" name="Strzałka: w prawo 24">
            <a:extLst>
              <a:ext uri="{FF2B5EF4-FFF2-40B4-BE49-F238E27FC236}">
                <a16:creationId xmlns:a16="http://schemas.microsoft.com/office/drawing/2014/main" id="{4D405909-731E-B410-F4C0-B0486F12DBC1}"/>
              </a:ext>
            </a:extLst>
          </p:cNvPr>
          <p:cNvSpPr/>
          <p:nvPr/>
        </p:nvSpPr>
        <p:spPr>
          <a:xfrm rot="16200000">
            <a:off x="5902254" y="1991905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trzałka: w prawo 24">
            <a:extLst>
              <a:ext uri="{FF2B5EF4-FFF2-40B4-BE49-F238E27FC236}">
                <a16:creationId xmlns:a16="http://schemas.microsoft.com/office/drawing/2014/main" id="{82EC9607-2318-FD26-6653-394C089453D1}"/>
              </a:ext>
            </a:extLst>
          </p:cNvPr>
          <p:cNvSpPr/>
          <p:nvPr/>
        </p:nvSpPr>
        <p:spPr>
          <a:xfrm rot="16200000">
            <a:off x="5375347" y="1991905"/>
            <a:ext cx="914401" cy="355120"/>
          </a:xfrm>
          <a:custGeom>
            <a:avLst/>
            <a:gdLst>
              <a:gd name="csX0" fmla="*/ 0 w 914401"/>
              <a:gd name="csY0" fmla="*/ 88780 h 355120"/>
              <a:gd name="csX1" fmla="*/ 357748 w 914401"/>
              <a:gd name="csY1" fmla="*/ 88780 h 355120"/>
              <a:gd name="csX2" fmla="*/ 701467 w 914401"/>
              <a:gd name="csY2" fmla="*/ 88780 h 355120"/>
              <a:gd name="csX3" fmla="*/ 701467 w 914401"/>
              <a:gd name="csY3" fmla="*/ 0 h 355120"/>
              <a:gd name="csX4" fmla="*/ 914401 w 914401"/>
              <a:gd name="csY4" fmla="*/ 177560 h 355120"/>
              <a:gd name="csX5" fmla="*/ 701467 w 914401"/>
              <a:gd name="csY5" fmla="*/ 355120 h 355120"/>
              <a:gd name="csX6" fmla="*/ 701467 w 914401"/>
              <a:gd name="csY6" fmla="*/ 266340 h 355120"/>
              <a:gd name="csX7" fmla="*/ 350734 w 914401"/>
              <a:gd name="csY7" fmla="*/ 266340 h 355120"/>
              <a:gd name="csX8" fmla="*/ 0 w 914401"/>
              <a:gd name="csY8" fmla="*/ 266340 h 355120"/>
              <a:gd name="csX9" fmla="*/ 0 w 914401"/>
              <a:gd name="csY9" fmla="*/ 88780 h 355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14401" h="355120" fill="none" extrusionOk="0">
                <a:moveTo>
                  <a:pt x="0" y="88780"/>
                </a:moveTo>
                <a:cubicBezTo>
                  <a:pt x="145444" y="81931"/>
                  <a:pt x="268697" y="103311"/>
                  <a:pt x="357748" y="88780"/>
                </a:cubicBezTo>
                <a:cubicBezTo>
                  <a:pt x="446799" y="74249"/>
                  <a:pt x="591641" y="91127"/>
                  <a:pt x="701467" y="88780"/>
                </a:cubicBezTo>
                <a:cubicBezTo>
                  <a:pt x="698111" y="65438"/>
                  <a:pt x="698013" y="26000"/>
                  <a:pt x="701467" y="0"/>
                </a:cubicBezTo>
                <a:cubicBezTo>
                  <a:pt x="804975" y="73722"/>
                  <a:pt x="823584" y="108483"/>
                  <a:pt x="914401" y="177560"/>
                </a:cubicBezTo>
                <a:cubicBezTo>
                  <a:pt x="874074" y="222737"/>
                  <a:pt x="782125" y="274951"/>
                  <a:pt x="701467" y="355120"/>
                </a:cubicBezTo>
                <a:cubicBezTo>
                  <a:pt x="704603" y="324306"/>
                  <a:pt x="702330" y="286264"/>
                  <a:pt x="701467" y="266340"/>
                </a:cubicBezTo>
                <a:cubicBezTo>
                  <a:pt x="536823" y="272016"/>
                  <a:pt x="469284" y="275826"/>
                  <a:pt x="350734" y="266340"/>
                </a:cubicBezTo>
                <a:cubicBezTo>
                  <a:pt x="232184" y="256854"/>
                  <a:pt x="104291" y="266106"/>
                  <a:pt x="0" y="266340"/>
                </a:cubicBezTo>
                <a:cubicBezTo>
                  <a:pt x="-5555" y="179998"/>
                  <a:pt x="7626" y="158198"/>
                  <a:pt x="0" y="88780"/>
                </a:cubicBezTo>
                <a:close/>
              </a:path>
              <a:path w="914401" h="355120" stroke="0" extrusionOk="0">
                <a:moveTo>
                  <a:pt x="0" y="88780"/>
                </a:moveTo>
                <a:cubicBezTo>
                  <a:pt x="105319" y="89784"/>
                  <a:pt x="204382" y="98124"/>
                  <a:pt x="343719" y="88780"/>
                </a:cubicBezTo>
                <a:cubicBezTo>
                  <a:pt x="483056" y="79436"/>
                  <a:pt x="620732" y="77388"/>
                  <a:pt x="701467" y="88780"/>
                </a:cubicBezTo>
                <a:cubicBezTo>
                  <a:pt x="701371" y="69074"/>
                  <a:pt x="700893" y="18909"/>
                  <a:pt x="701467" y="0"/>
                </a:cubicBezTo>
                <a:cubicBezTo>
                  <a:pt x="804921" y="81762"/>
                  <a:pt x="849114" y="114534"/>
                  <a:pt x="914401" y="177560"/>
                </a:cubicBezTo>
                <a:cubicBezTo>
                  <a:pt x="806023" y="252764"/>
                  <a:pt x="759364" y="321477"/>
                  <a:pt x="701467" y="355120"/>
                </a:cubicBezTo>
                <a:cubicBezTo>
                  <a:pt x="705415" y="325320"/>
                  <a:pt x="700533" y="290090"/>
                  <a:pt x="701467" y="266340"/>
                </a:cubicBezTo>
                <a:cubicBezTo>
                  <a:pt x="536030" y="275144"/>
                  <a:pt x="446901" y="278991"/>
                  <a:pt x="364763" y="266340"/>
                </a:cubicBezTo>
                <a:cubicBezTo>
                  <a:pt x="282625" y="253689"/>
                  <a:pt x="104021" y="270101"/>
                  <a:pt x="0" y="266340"/>
                </a:cubicBezTo>
                <a:cubicBezTo>
                  <a:pt x="7936" y="189163"/>
                  <a:pt x="-2040" y="175060"/>
                  <a:pt x="0" y="88780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0BBEDC07-E3EF-80AE-FED7-B5F786EE7A54}"/>
              </a:ext>
            </a:extLst>
          </p:cNvPr>
          <p:cNvSpPr/>
          <p:nvPr/>
        </p:nvSpPr>
        <p:spPr>
          <a:xfrm>
            <a:off x="315210" y="1186164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Create record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6BAD866E-4AD5-F068-B4D8-BBE01C69EAD8}"/>
              </a:ext>
            </a:extLst>
          </p:cNvPr>
          <p:cNvSpPr/>
          <p:nvPr/>
        </p:nvSpPr>
        <p:spPr>
          <a:xfrm>
            <a:off x="315210" y="1881704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Load record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8403B1D1-2893-4073-1320-26BE3C8AA808}"/>
              </a:ext>
            </a:extLst>
          </p:cNvPr>
          <p:cNvSpPr/>
          <p:nvPr/>
        </p:nvSpPr>
        <p:spPr>
          <a:xfrm>
            <a:off x="328960" y="2599014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Verify token exists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15EF08E0-2C35-D251-CE9F-0794E6C4AB34}"/>
              </a:ext>
            </a:extLst>
          </p:cNvPr>
          <p:cNvSpPr/>
          <p:nvPr/>
        </p:nvSpPr>
        <p:spPr>
          <a:xfrm>
            <a:off x="315210" y="3316324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Update record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0D91296-30B0-C158-C268-F70526A9CA27}"/>
              </a:ext>
            </a:extLst>
          </p:cNvPr>
          <p:cNvSpPr/>
          <p:nvPr/>
        </p:nvSpPr>
        <p:spPr>
          <a:xfrm>
            <a:off x="315209" y="4033634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Delete token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BB4C86FA-898E-FBC0-D05E-6B4870658F1C}"/>
              </a:ext>
            </a:extLst>
          </p:cNvPr>
          <p:cNvSpPr/>
          <p:nvPr/>
        </p:nvSpPr>
        <p:spPr>
          <a:xfrm>
            <a:off x="310670" y="4750944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Delete </a:t>
            </a:r>
            <a:r>
              <a:rPr lang="en-US" b="1" dirty="0">
                <a:solidFill>
                  <a:schemeClr val="bg1"/>
                </a:solidFill>
              </a:rPr>
              <a:t>record</a:t>
            </a:r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C353E66E-8A78-8D39-13C2-F5D0513CD073}"/>
              </a:ext>
            </a:extLst>
          </p:cNvPr>
          <p:cNvSpPr/>
          <p:nvPr/>
        </p:nvSpPr>
        <p:spPr>
          <a:xfrm>
            <a:off x="9811217" y="1987616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Store messages</a:t>
            </a: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11A87239-A2F6-C990-E992-0C48C883C78F}"/>
              </a:ext>
            </a:extLst>
          </p:cNvPr>
          <p:cNvSpPr/>
          <p:nvPr/>
        </p:nvSpPr>
        <p:spPr>
          <a:xfrm>
            <a:off x="9824967" y="2704926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Create tokens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0B7AA575-8E89-8B8D-8E21-BD35A1F3AA88}"/>
              </a:ext>
            </a:extLst>
          </p:cNvPr>
          <p:cNvSpPr/>
          <p:nvPr/>
        </p:nvSpPr>
        <p:spPr>
          <a:xfrm>
            <a:off x="9811217" y="3422236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Checkpoint</a:t>
            </a:r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09BAB444-8740-35A4-5AA2-5AA165875B77}"/>
              </a:ext>
            </a:extLst>
          </p:cNvPr>
          <p:cNvSpPr/>
          <p:nvPr/>
        </p:nvSpPr>
        <p:spPr>
          <a:xfrm>
            <a:off x="9811216" y="4139546"/>
            <a:ext cx="2038073" cy="536265"/>
          </a:xfrm>
          <a:prstGeom prst="flowChartProcess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Send messages</a:t>
            </a:r>
          </a:p>
        </p:txBody>
      </p:sp>
    </p:spTree>
    <p:extLst>
      <p:ext uri="{BB962C8B-B14F-4D97-AF65-F5344CB8AC3E}">
        <p14:creationId xmlns:p14="http://schemas.microsoft.com/office/powerpoint/2010/main" val="1489586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1FE4-9CD3-6C85-F259-942CD5C5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19DB7FAC-A3EE-27D4-651E-5E585C8F4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9303" y="4123926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1C49B8-A95F-EDB2-D453-DE39D4F82E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Strzałka: w prawo 24">
            <a:extLst>
              <a:ext uri="{FF2B5EF4-FFF2-40B4-BE49-F238E27FC236}">
                <a16:creationId xmlns:a16="http://schemas.microsoft.com/office/drawing/2014/main" id="{49E5F12B-601E-4C3B-8EE1-372FACCE2AB1}"/>
              </a:ext>
            </a:extLst>
          </p:cNvPr>
          <p:cNvSpPr/>
          <p:nvPr/>
        </p:nvSpPr>
        <p:spPr>
          <a:xfrm rot="4290193">
            <a:off x="6024335" y="3204164"/>
            <a:ext cx="914401" cy="403149"/>
          </a:xfrm>
          <a:custGeom>
            <a:avLst/>
            <a:gdLst>
              <a:gd name="csX0" fmla="*/ 0 w 914401"/>
              <a:gd name="csY0" fmla="*/ 100787 h 403149"/>
              <a:gd name="csX1" fmla="*/ 672669 w 914401"/>
              <a:gd name="csY1" fmla="*/ 100787 h 403149"/>
              <a:gd name="csX2" fmla="*/ 672669 w 914401"/>
              <a:gd name="csY2" fmla="*/ 0 h 403149"/>
              <a:gd name="csX3" fmla="*/ 914401 w 914401"/>
              <a:gd name="csY3" fmla="*/ 201575 h 403149"/>
              <a:gd name="csX4" fmla="*/ 672669 w 914401"/>
              <a:gd name="csY4" fmla="*/ 403149 h 403149"/>
              <a:gd name="csX5" fmla="*/ 672669 w 914401"/>
              <a:gd name="csY5" fmla="*/ 302362 h 403149"/>
              <a:gd name="csX6" fmla="*/ 0 w 914401"/>
              <a:gd name="csY6" fmla="*/ 302362 h 403149"/>
              <a:gd name="csX7" fmla="*/ 0 w 914401"/>
              <a:gd name="csY7" fmla="*/ 100787 h 403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403149" fill="none" extrusionOk="0">
                <a:moveTo>
                  <a:pt x="0" y="100787"/>
                </a:moveTo>
                <a:cubicBezTo>
                  <a:pt x="298902" y="118752"/>
                  <a:pt x="395343" y="90110"/>
                  <a:pt x="672669" y="100787"/>
                </a:cubicBezTo>
                <a:cubicBezTo>
                  <a:pt x="668019" y="56609"/>
                  <a:pt x="671115" y="41207"/>
                  <a:pt x="672669" y="0"/>
                </a:cubicBezTo>
                <a:cubicBezTo>
                  <a:pt x="742087" y="59184"/>
                  <a:pt x="799713" y="95537"/>
                  <a:pt x="914401" y="201575"/>
                </a:cubicBezTo>
                <a:cubicBezTo>
                  <a:pt x="845420" y="273694"/>
                  <a:pt x="783453" y="297178"/>
                  <a:pt x="672669" y="403149"/>
                </a:cubicBezTo>
                <a:cubicBezTo>
                  <a:pt x="669339" y="369704"/>
                  <a:pt x="668494" y="337398"/>
                  <a:pt x="672669" y="302362"/>
                </a:cubicBezTo>
                <a:cubicBezTo>
                  <a:pt x="366506" y="308758"/>
                  <a:pt x="211224" y="291065"/>
                  <a:pt x="0" y="302362"/>
                </a:cubicBezTo>
                <a:cubicBezTo>
                  <a:pt x="-4038" y="210521"/>
                  <a:pt x="4606" y="155000"/>
                  <a:pt x="0" y="100787"/>
                </a:cubicBezTo>
                <a:close/>
              </a:path>
              <a:path w="914401" h="403149" stroke="0" extrusionOk="0">
                <a:moveTo>
                  <a:pt x="0" y="100787"/>
                </a:moveTo>
                <a:cubicBezTo>
                  <a:pt x="143268" y="73544"/>
                  <a:pt x="434514" y="77143"/>
                  <a:pt x="672669" y="100787"/>
                </a:cubicBezTo>
                <a:cubicBezTo>
                  <a:pt x="670557" y="56018"/>
                  <a:pt x="670388" y="44882"/>
                  <a:pt x="672669" y="0"/>
                </a:cubicBezTo>
                <a:cubicBezTo>
                  <a:pt x="787962" y="100464"/>
                  <a:pt x="817001" y="103428"/>
                  <a:pt x="914401" y="201575"/>
                </a:cubicBezTo>
                <a:cubicBezTo>
                  <a:pt x="816909" y="295264"/>
                  <a:pt x="791331" y="299800"/>
                  <a:pt x="672669" y="403149"/>
                </a:cubicBezTo>
                <a:cubicBezTo>
                  <a:pt x="672047" y="372369"/>
                  <a:pt x="670870" y="331901"/>
                  <a:pt x="672669" y="302362"/>
                </a:cubicBezTo>
                <a:cubicBezTo>
                  <a:pt x="536761" y="329214"/>
                  <a:pt x="167256" y="324254"/>
                  <a:pt x="0" y="302362"/>
                </a:cubicBezTo>
                <a:cubicBezTo>
                  <a:pt x="4748" y="217152"/>
                  <a:pt x="-1810" y="143317"/>
                  <a:pt x="0" y="100787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DDDB461E-A18A-8062-61EB-2DC70EB84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769" y="1641114"/>
            <a:ext cx="1148863" cy="1148863"/>
          </a:xfrm>
          <a:prstGeom prst="rect">
            <a:avLst/>
          </a:prstGeom>
        </p:spPr>
      </p:pic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147AB82F-1AD8-5837-AD70-68F8CB8E11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3537" y="1526975"/>
            <a:ext cx="1381232" cy="1381232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15713C12-925C-5696-9B80-F80B4F85B870}"/>
              </a:ext>
            </a:extLst>
          </p:cNvPr>
          <p:cNvSpPr/>
          <p:nvPr/>
        </p:nvSpPr>
        <p:spPr>
          <a:xfrm>
            <a:off x="3913014" y="2077908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trzałka: w prawo 24">
            <a:extLst>
              <a:ext uri="{FF2B5EF4-FFF2-40B4-BE49-F238E27FC236}">
                <a16:creationId xmlns:a16="http://schemas.microsoft.com/office/drawing/2014/main" id="{AE80A291-C2CD-BC04-2460-4249047AB230}"/>
              </a:ext>
            </a:extLst>
          </p:cNvPr>
          <p:cNvSpPr/>
          <p:nvPr/>
        </p:nvSpPr>
        <p:spPr>
          <a:xfrm>
            <a:off x="6821437" y="2077908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nvelope outline">
            <a:extLst>
              <a:ext uri="{FF2B5EF4-FFF2-40B4-BE49-F238E27FC236}">
                <a16:creationId xmlns:a16="http://schemas.microsoft.com/office/drawing/2014/main" id="{0279E1FF-5B89-5514-675A-A3107C8FB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0674" y="1641113"/>
            <a:ext cx="1148863" cy="1148863"/>
          </a:xfrm>
          <a:prstGeom prst="rect">
            <a:avLst/>
          </a:prstGeom>
        </p:spPr>
      </p:pic>
      <p:pic>
        <p:nvPicPr>
          <p:cNvPr id="4" name="Grafika 30" descr="Baza danych">
            <a:extLst>
              <a:ext uri="{FF2B5EF4-FFF2-40B4-BE49-F238E27FC236}">
                <a16:creationId xmlns:a16="http://schemas.microsoft.com/office/drawing/2014/main" id="{7769D12D-BC00-1B4B-C52D-26EAC42ED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453" y="4123926"/>
            <a:ext cx="1145968" cy="1145968"/>
          </a:xfrm>
          <a:prstGeom prst="rect">
            <a:avLst/>
          </a:prstGeom>
        </p:spPr>
      </p:pic>
      <p:sp>
        <p:nvSpPr>
          <p:cNvPr id="5" name="Strzałka: w prawo 24">
            <a:extLst>
              <a:ext uri="{FF2B5EF4-FFF2-40B4-BE49-F238E27FC236}">
                <a16:creationId xmlns:a16="http://schemas.microsoft.com/office/drawing/2014/main" id="{561E8BB8-7314-7C71-C24A-A44179764A96}"/>
              </a:ext>
            </a:extLst>
          </p:cNvPr>
          <p:cNvSpPr/>
          <p:nvPr/>
        </p:nvSpPr>
        <p:spPr>
          <a:xfrm rot="6370269">
            <a:off x="5316020" y="3206447"/>
            <a:ext cx="914401" cy="403149"/>
          </a:xfrm>
          <a:custGeom>
            <a:avLst/>
            <a:gdLst>
              <a:gd name="csX0" fmla="*/ 0 w 914401"/>
              <a:gd name="csY0" fmla="*/ 100787 h 403149"/>
              <a:gd name="csX1" fmla="*/ 672669 w 914401"/>
              <a:gd name="csY1" fmla="*/ 100787 h 403149"/>
              <a:gd name="csX2" fmla="*/ 672669 w 914401"/>
              <a:gd name="csY2" fmla="*/ 0 h 403149"/>
              <a:gd name="csX3" fmla="*/ 914401 w 914401"/>
              <a:gd name="csY3" fmla="*/ 201575 h 403149"/>
              <a:gd name="csX4" fmla="*/ 672669 w 914401"/>
              <a:gd name="csY4" fmla="*/ 403149 h 403149"/>
              <a:gd name="csX5" fmla="*/ 672669 w 914401"/>
              <a:gd name="csY5" fmla="*/ 302362 h 403149"/>
              <a:gd name="csX6" fmla="*/ 0 w 914401"/>
              <a:gd name="csY6" fmla="*/ 302362 h 403149"/>
              <a:gd name="csX7" fmla="*/ 0 w 914401"/>
              <a:gd name="csY7" fmla="*/ 100787 h 403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403149" fill="none" extrusionOk="0">
                <a:moveTo>
                  <a:pt x="0" y="100787"/>
                </a:moveTo>
                <a:cubicBezTo>
                  <a:pt x="298902" y="118752"/>
                  <a:pt x="395343" y="90110"/>
                  <a:pt x="672669" y="100787"/>
                </a:cubicBezTo>
                <a:cubicBezTo>
                  <a:pt x="668019" y="56609"/>
                  <a:pt x="671115" y="41207"/>
                  <a:pt x="672669" y="0"/>
                </a:cubicBezTo>
                <a:cubicBezTo>
                  <a:pt x="742087" y="59184"/>
                  <a:pt x="799713" y="95537"/>
                  <a:pt x="914401" y="201575"/>
                </a:cubicBezTo>
                <a:cubicBezTo>
                  <a:pt x="845420" y="273694"/>
                  <a:pt x="783453" y="297178"/>
                  <a:pt x="672669" y="403149"/>
                </a:cubicBezTo>
                <a:cubicBezTo>
                  <a:pt x="669339" y="369704"/>
                  <a:pt x="668494" y="337398"/>
                  <a:pt x="672669" y="302362"/>
                </a:cubicBezTo>
                <a:cubicBezTo>
                  <a:pt x="366506" y="308758"/>
                  <a:pt x="211224" y="291065"/>
                  <a:pt x="0" y="302362"/>
                </a:cubicBezTo>
                <a:cubicBezTo>
                  <a:pt x="-4038" y="210521"/>
                  <a:pt x="4606" y="155000"/>
                  <a:pt x="0" y="100787"/>
                </a:cubicBezTo>
                <a:close/>
              </a:path>
              <a:path w="914401" h="403149" stroke="0" extrusionOk="0">
                <a:moveTo>
                  <a:pt x="0" y="100787"/>
                </a:moveTo>
                <a:cubicBezTo>
                  <a:pt x="143268" y="73544"/>
                  <a:pt x="434514" y="77143"/>
                  <a:pt x="672669" y="100787"/>
                </a:cubicBezTo>
                <a:cubicBezTo>
                  <a:pt x="670557" y="56018"/>
                  <a:pt x="670388" y="44882"/>
                  <a:pt x="672669" y="0"/>
                </a:cubicBezTo>
                <a:cubicBezTo>
                  <a:pt x="787962" y="100464"/>
                  <a:pt x="817001" y="103428"/>
                  <a:pt x="914401" y="201575"/>
                </a:cubicBezTo>
                <a:cubicBezTo>
                  <a:pt x="816909" y="295264"/>
                  <a:pt x="791331" y="299800"/>
                  <a:pt x="672669" y="403149"/>
                </a:cubicBezTo>
                <a:cubicBezTo>
                  <a:pt x="672047" y="372369"/>
                  <a:pt x="670870" y="331901"/>
                  <a:pt x="672669" y="302362"/>
                </a:cubicBezTo>
                <a:cubicBezTo>
                  <a:pt x="536761" y="329214"/>
                  <a:pt x="167256" y="324254"/>
                  <a:pt x="0" y="302362"/>
                </a:cubicBezTo>
                <a:cubicBezTo>
                  <a:pt x="4748" y="217152"/>
                  <a:pt x="-1810" y="143317"/>
                  <a:pt x="0" y="100787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30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550D1-4D97-5004-E352-4756AA8C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30" descr="Baza danych">
            <a:extLst>
              <a:ext uri="{FF2B5EF4-FFF2-40B4-BE49-F238E27FC236}">
                <a16:creationId xmlns:a16="http://schemas.microsoft.com/office/drawing/2014/main" id="{31525F45-B067-FEC0-A878-4E764B4D0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9303" y="4123926"/>
            <a:ext cx="1145968" cy="11459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33B0C6C-5687-EE0F-E95D-1DC6964963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" name="Graphic 1" descr="Envelope outline">
            <a:extLst>
              <a:ext uri="{FF2B5EF4-FFF2-40B4-BE49-F238E27FC236}">
                <a16:creationId xmlns:a16="http://schemas.microsoft.com/office/drawing/2014/main" id="{7FFD460D-44F3-5AF6-974E-5C50C7664D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769" y="1641114"/>
            <a:ext cx="1148863" cy="1148863"/>
          </a:xfrm>
          <a:prstGeom prst="rect">
            <a:avLst/>
          </a:prstGeom>
        </p:spPr>
      </p:pic>
      <p:pic>
        <p:nvPicPr>
          <p:cNvPr id="9" name="Grafika 6" descr="Pojedyncze koło zębate">
            <a:extLst>
              <a:ext uri="{FF2B5EF4-FFF2-40B4-BE49-F238E27FC236}">
                <a16:creationId xmlns:a16="http://schemas.microsoft.com/office/drawing/2014/main" id="{B7295776-6000-28F0-F792-556EB623E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3537" y="1526975"/>
            <a:ext cx="1381232" cy="1381232"/>
          </a:xfrm>
          <a:prstGeom prst="rect">
            <a:avLst/>
          </a:prstGeom>
        </p:spPr>
      </p:pic>
      <p:sp>
        <p:nvSpPr>
          <p:cNvPr id="32" name="Strzałka: w prawo 24">
            <a:extLst>
              <a:ext uri="{FF2B5EF4-FFF2-40B4-BE49-F238E27FC236}">
                <a16:creationId xmlns:a16="http://schemas.microsoft.com/office/drawing/2014/main" id="{DD76EB4B-94C1-585E-5F60-7A7B1372EA35}"/>
              </a:ext>
            </a:extLst>
          </p:cNvPr>
          <p:cNvSpPr/>
          <p:nvPr/>
        </p:nvSpPr>
        <p:spPr>
          <a:xfrm>
            <a:off x="3913014" y="2077908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trzałka: w prawo 24">
            <a:extLst>
              <a:ext uri="{FF2B5EF4-FFF2-40B4-BE49-F238E27FC236}">
                <a16:creationId xmlns:a16="http://schemas.microsoft.com/office/drawing/2014/main" id="{6313CC7D-AB2C-0B62-B456-F9B9F2B0D4FC}"/>
              </a:ext>
            </a:extLst>
          </p:cNvPr>
          <p:cNvSpPr/>
          <p:nvPr/>
        </p:nvSpPr>
        <p:spPr>
          <a:xfrm>
            <a:off x="6821437" y="2077908"/>
            <a:ext cx="1457548" cy="275277"/>
          </a:xfrm>
          <a:custGeom>
            <a:avLst/>
            <a:gdLst>
              <a:gd name="csX0" fmla="*/ 0 w 1457548"/>
              <a:gd name="csY0" fmla="*/ 68819 h 275277"/>
              <a:gd name="csX1" fmla="*/ 659169 w 1457548"/>
              <a:gd name="csY1" fmla="*/ 68819 h 275277"/>
              <a:gd name="csX2" fmla="*/ 1292489 w 1457548"/>
              <a:gd name="csY2" fmla="*/ 68819 h 275277"/>
              <a:gd name="csX3" fmla="*/ 1292489 w 1457548"/>
              <a:gd name="csY3" fmla="*/ 0 h 275277"/>
              <a:gd name="csX4" fmla="*/ 1457548 w 1457548"/>
              <a:gd name="csY4" fmla="*/ 137639 h 275277"/>
              <a:gd name="csX5" fmla="*/ 1292489 w 1457548"/>
              <a:gd name="csY5" fmla="*/ 275277 h 275277"/>
              <a:gd name="csX6" fmla="*/ 1292489 w 1457548"/>
              <a:gd name="csY6" fmla="*/ 206458 h 275277"/>
              <a:gd name="csX7" fmla="*/ 646245 w 1457548"/>
              <a:gd name="csY7" fmla="*/ 206458 h 275277"/>
              <a:gd name="csX8" fmla="*/ 0 w 1457548"/>
              <a:gd name="csY8" fmla="*/ 206458 h 275277"/>
              <a:gd name="csX9" fmla="*/ 0 w 1457548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7548" h="275277" fill="none" extrusionOk="0">
                <a:moveTo>
                  <a:pt x="0" y="68819"/>
                </a:moveTo>
                <a:cubicBezTo>
                  <a:pt x="307787" y="68105"/>
                  <a:pt x="429125" y="68095"/>
                  <a:pt x="659169" y="68819"/>
                </a:cubicBezTo>
                <a:cubicBezTo>
                  <a:pt x="889213" y="69543"/>
                  <a:pt x="1079103" y="75688"/>
                  <a:pt x="1292489" y="68819"/>
                </a:cubicBezTo>
                <a:cubicBezTo>
                  <a:pt x="1290057" y="54830"/>
                  <a:pt x="1291680" y="22624"/>
                  <a:pt x="1292489" y="0"/>
                </a:cubicBezTo>
                <a:cubicBezTo>
                  <a:pt x="1366226" y="58304"/>
                  <a:pt x="1412444" y="93031"/>
                  <a:pt x="1457548" y="137639"/>
                </a:cubicBezTo>
                <a:cubicBezTo>
                  <a:pt x="1383253" y="199531"/>
                  <a:pt x="1361910" y="221770"/>
                  <a:pt x="1292489" y="275277"/>
                </a:cubicBezTo>
                <a:cubicBezTo>
                  <a:pt x="1292954" y="241453"/>
                  <a:pt x="1291760" y="225688"/>
                  <a:pt x="1292489" y="206458"/>
                </a:cubicBezTo>
                <a:cubicBezTo>
                  <a:pt x="1141521" y="226029"/>
                  <a:pt x="895253" y="213437"/>
                  <a:pt x="646245" y="206458"/>
                </a:cubicBezTo>
                <a:cubicBezTo>
                  <a:pt x="397237" y="199479"/>
                  <a:pt x="263115" y="223459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1457548" h="275277" stroke="0" extrusionOk="0">
                <a:moveTo>
                  <a:pt x="0" y="68819"/>
                </a:moveTo>
                <a:cubicBezTo>
                  <a:pt x="165010" y="40808"/>
                  <a:pt x="458223" y="63472"/>
                  <a:pt x="633320" y="68819"/>
                </a:cubicBezTo>
                <a:cubicBezTo>
                  <a:pt x="808417" y="74166"/>
                  <a:pt x="1017431" y="88456"/>
                  <a:pt x="1292489" y="68819"/>
                </a:cubicBezTo>
                <a:cubicBezTo>
                  <a:pt x="1291207" y="44700"/>
                  <a:pt x="1290717" y="30107"/>
                  <a:pt x="1292489" y="0"/>
                </a:cubicBezTo>
                <a:cubicBezTo>
                  <a:pt x="1370490" y="63849"/>
                  <a:pt x="1376170" y="69614"/>
                  <a:pt x="1457548" y="137639"/>
                </a:cubicBezTo>
                <a:cubicBezTo>
                  <a:pt x="1389952" y="182492"/>
                  <a:pt x="1341140" y="237952"/>
                  <a:pt x="1292489" y="275277"/>
                </a:cubicBezTo>
                <a:cubicBezTo>
                  <a:pt x="1294909" y="244273"/>
                  <a:pt x="1290589" y="229265"/>
                  <a:pt x="1292489" y="206458"/>
                </a:cubicBezTo>
                <a:cubicBezTo>
                  <a:pt x="1081017" y="213136"/>
                  <a:pt x="919228" y="184819"/>
                  <a:pt x="672094" y="206458"/>
                </a:cubicBezTo>
                <a:cubicBezTo>
                  <a:pt x="424960" y="228097"/>
                  <a:pt x="281289" y="217688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nvelope outline">
            <a:extLst>
              <a:ext uri="{FF2B5EF4-FFF2-40B4-BE49-F238E27FC236}">
                <a16:creationId xmlns:a16="http://schemas.microsoft.com/office/drawing/2014/main" id="{1773FD4E-083E-E224-5F85-073A994B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0674" y="1641113"/>
            <a:ext cx="1148863" cy="1148863"/>
          </a:xfrm>
          <a:prstGeom prst="rect">
            <a:avLst/>
          </a:prstGeom>
        </p:spPr>
      </p:pic>
      <p:pic>
        <p:nvPicPr>
          <p:cNvPr id="4" name="Grafika 30" descr="Baza danych">
            <a:extLst>
              <a:ext uri="{FF2B5EF4-FFF2-40B4-BE49-F238E27FC236}">
                <a16:creationId xmlns:a16="http://schemas.microsoft.com/office/drawing/2014/main" id="{5FDE926D-2EF0-2341-F417-458ABE697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8453" y="4123926"/>
            <a:ext cx="1145968" cy="1145968"/>
          </a:xfrm>
          <a:prstGeom prst="rect">
            <a:avLst/>
          </a:prstGeom>
        </p:spPr>
      </p:pic>
      <p:sp>
        <p:nvSpPr>
          <p:cNvPr id="5" name="Strzałka: w prawo 24">
            <a:extLst>
              <a:ext uri="{FF2B5EF4-FFF2-40B4-BE49-F238E27FC236}">
                <a16:creationId xmlns:a16="http://schemas.microsoft.com/office/drawing/2014/main" id="{C05309CD-E84E-40FE-4454-F1925FDC8336}"/>
              </a:ext>
            </a:extLst>
          </p:cNvPr>
          <p:cNvSpPr/>
          <p:nvPr/>
        </p:nvSpPr>
        <p:spPr>
          <a:xfrm rot="6370269">
            <a:off x="5316020" y="3206447"/>
            <a:ext cx="914401" cy="403149"/>
          </a:xfrm>
          <a:custGeom>
            <a:avLst/>
            <a:gdLst>
              <a:gd name="csX0" fmla="*/ 0 w 914401"/>
              <a:gd name="csY0" fmla="*/ 100787 h 403149"/>
              <a:gd name="csX1" fmla="*/ 672669 w 914401"/>
              <a:gd name="csY1" fmla="*/ 100787 h 403149"/>
              <a:gd name="csX2" fmla="*/ 672669 w 914401"/>
              <a:gd name="csY2" fmla="*/ 0 h 403149"/>
              <a:gd name="csX3" fmla="*/ 914401 w 914401"/>
              <a:gd name="csY3" fmla="*/ 201575 h 403149"/>
              <a:gd name="csX4" fmla="*/ 672669 w 914401"/>
              <a:gd name="csY4" fmla="*/ 403149 h 403149"/>
              <a:gd name="csX5" fmla="*/ 672669 w 914401"/>
              <a:gd name="csY5" fmla="*/ 302362 h 403149"/>
              <a:gd name="csX6" fmla="*/ 0 w 914401"/>
              <a:gd name="csY6" fmla="*/ 302362 h 403149"/>
              <a:gd name="csX7" fmla="*/ 0 w 914401"/>
              <a:gd name="csY7" fmla="*/ 100787 h 403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1" h="403149" fill="none" extrusionOk="0">
                <a:moveTo>
                  <a:pt x="0" y="100787"/>
                </a:moveTo>
                <a:cubicBezTo>
                  <a:pt x="298902" y="118752"/>
                  <a:pt x="395343" y="90110"/>
                  <a:pt x="672669" y="100787"/>
                </a:cubicBezTo>
                <a:cubicBezTo>
                  <a:pt x="668019" y="56609"/>
                  <a:pt x="671115" y="41207"/>
                  <a:pt x="672669" y="0"/>
                </a:cubicBezTo>
                <a:cubicBezTo>
                  <a:pt x="742087" y="59184"/>
                  <a:pt x="799713" y="95537"/>
                  <a:pt x="914401" y="201575"/>
                </a:cubicBezTo>
                <a:cubicBezTo>
                  <a:pt x="845420" y="273694"/>
                  <a:pt x="783453" y="297178"/>
                  <a:pt x="672669" y="403149"/>
                </a:cubicBezTo>
                <a:cubicBezTo>
                  <a:pt x="669339" y="369704"/>
                  <a:pt x="668494" y="337398"/>
                  <a:pt x="672669" y="302362"/>
                </a:cubicBezTo>
                <a:cubicBezTo>
                  <a:pt x="366506" y="308758"/>
                  <a:pt x="211224" y="291065"/>
                  <a:pt x="0" y="302362"/>
                </a:cubicBezTo>
                <a:cubicBezTo>
                  <a:pt x="-4038" y="210521"/>
                  <a:pt x="4606" y="155000"/>
                  <a:pt x="0" y="100787"/>
                </a:cubicBezTo>
                <a:close/>
              </a:path>
              <a:path w="914401" h="403149" stroke="0" extrusionOk="0">
                <a:moveTo>
                  <a:pt x="0" y="100787"/>
                </a:moveTo>
                <a:cubicBezTo>
                  <a:pt x="143268" y="73544"/>
                  <a:pt x="434514" y="77143"/>
                  <a:pt x="672669" y="100787"/>
                </a:cubicBezTo>
                <a:cubicBezTo>
                  <a:pt x="670557" y="56018"/>
                  <a:pt x="670388" y="44882"/>
                  <a:pt x="672669" y="0"/>
                </a:cubicBezTo>
                <a:cubicBezTo>
                  <a:pt x="787962" y="100464"/>
                  <a:pt x="817001" y="103428"/>
                  <a:pt x="914401" y="201575"/>
                </a:cubicBezTo>
                <a:cubicBezTo>
                  <a:pt x="816909" y="295264"/>
                  <a:pt x="791331" y="299800"/>
                  <a:pt x="672669" y="403149"/>
                </a:cubicBezTo>
                <a:cubicBezTo>
                  <a:pt x="672047" y="372369"/>
                  <a:pt x="670870" y="331901"/>
                  <a:pt x="672669" y="302362"/>
                </a:cubicBezTo>
                <a:cubicBezTo>
                  <a:pt x="536761" y="329214"/>
                  <a:pt x="167256" y="324254"/>
                  <a:pt x="0" y="302362"/>
                </a:cubicBezTo>
                <a:cubicBezTo>
                  <a:pt x="4748" y="217152"/>
                  <a:pt x="-1810" y="143317"/>
                  <a:pt x="0" y="100787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0E44351F-1743-6C78-E0B4-D56A0085AAE6}"/>
              </a:ext>
            </a:extLst>
          </p:cNvPr>
          <p:cNvSpPr/>
          <p:nvPr/>
        </p:nvSpPr>
        <p:spPr>
          <a:xfrm rot="4211041">
            <a:off x="5924700" y="3207459"/>
            <a:ext cx="1083625" cy="401123"/>
          </a:xfrm>
          <a:custGeom>
            <a:avLst/>
            <a:gdLst>
              <a:gd name="csX0" fmla="*/ 0 w 1083625"/>
              <a:gd name="csY0" fmla="*/ 200562 h 401123"/>
              <a:gd name="csX1" fmla="*/ 200562 w 1083625"/>
              <a:gd name="csY1" fmla="*/ 0 h 401123"/>
              <a:gd name="csX2" fmla="*/ 200562 w 1083625"/>
              <a:gd name="csY2" fmla="*/ 100281 h 401123"/>
              <a:gd name="csX3" fmla="*/ 883064 w 1083625"/>
              <a:gd name="csY3" fmla="*/ 100281 h 401123"/>
              <a:gd name="csX4" fmla="*/ 883064 w 1083625"/>
              <a:gd name="csY4" fmla="*/ 0 h 401123"/>
              <a:gd name="csX5" fmla="*/ 1083625 w 1083625"/>
              <a:gd name="csY5" fmla="*/ 200562 h 401123"/>
              <a:gd name="csX6" fmla="*/ 883064 w 1083625"/>
              <a:gd name="csY6" fmla="*/ 401123 h 401123"/>
              <a:gd name="csX7" fmla="*/ 883064 w 1083625"/>
              <a:gd name="csY7" fmla="*/ 300842 h 401123"/>
              <a:gd name="csX8" fmla="*/ 200562 w 1083625"/>
              <a:gd name="csY8" fmla="*/ 300842 h 401123"/>
              <a:gd name="csX9" fmla="*/ 200562 w 1083625"/>
              <a:gd name="csY9" fmla="*/ 401123 h 401123"/>
              <a:gd name="csX10" fmla="*/ 0 w 1083625"/>
              <a:gd name="csY10" fmla="*/ 200562 h 401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83625" h="401123" fill="none" extrusionOk="0">
                <a:moveTo>
                  <a:pt x="0" y="200562"/>
                </a:moveTo>
                <a:cubicBezTo>
                  <a:pt x="54689" y="145154"/>
                  <a:pt x="121285" y="61684"/>
                  <a:pt x="200562" y="0"/>
                </a:cubicBezTo>
                <a:cubicBezTo>
                  <a:pt x="199286" y="20986"/>
                  <a:pt x="199113" y="74367"/>
                  <a:pt x="200562" y="100281"/>
                </a:cubicBezTo>
                <a:cubicBezTo>
                  <a:pt x="388287" y="125287"/>
                  <a:pt x="738825" y="66346"/>
                  <a:pt x="883064" y="100281"/>
                </a:cubicBezTo>
                <a:cubicBezTo>
                  <a:pt x="881739" y="70538"/>
                  <a:pt x="887961" y="24719"/>
                  <a:pt x="883064" y="0"/>
                </a:cubicBezTo>
                <a:cubicBezTo>
                  <a:pt x="940049" y="37181"/>
                  <a:pt x="1010892" y="131524"/>
                  <a:pt x="1083625" y="200562"/>
                </a:cubicBezTo>
                <a:cubicBezTo>
                  <a:pt x="1001270" y="263102"/>
                  <a:pt x="962893" y="312981"/>
                  <a:pt x="883064" y="401123"/>
                </a:cubicBezTo>
                <a:cubicBezTo>
                  <a:pt x="880490" y="364539"/>
                  <a:pt x="887571" y="330234"/>
                  <a:pt x="883064" y="300842"/>
                </a:cubicBezTo>
                <a:cubicBezTo>
                  <a:pt x="584937" y="328452"/>
                  <a:pt x="456499" y="332477"/>
                  <a:pt x="200562" y="300842"/>
                </a:cubicBezTo>
                <a:cubicBezTo>
                  <a:pt x="204651" y="322192"/>
                  <a:pt x="202744" y="378715"/>
                  <a:pt x="200562" y="401123"/>
                </a:cubicBezTo>
                <a:cubicBezTo>
                  <a:pt x="149830" y="367458"/>
                  <a:pt x="89659" y="294944"/>
                  <a:pt x="0" y="200562"/>
                </a:cubicBezTo>
                <a:close/>
              </a:path>
              <a:path w="1083625" h="401123" stroke="0" extrusionOk="0">
                <a:moveTo>
                  <a:pt x="0" y="200562"/>
                </a:moveTo>
                <a:cubicBezTo>
                  <a:pt x="67281" y="129662"/>
                  <a:pt x="134002" y="46889"/>
                  <a:pt x="200562" y="0"/>
                </a:cubicBezTo>
                <a:cubicBezTo>
                  <a:pt x="203682" y="48362"/>
                  <a:pt x="199416" y="61693"/>
                  <a:pt x="200562" y="100281"/>
                </a:cubicBezTo>
                <a:cubicBezTo>
                  <a:pt x="426514" y="106200"/>
                  <a:pt x="584543" y="88907"/>
                  <a:pt x="883064" y="100281"/>
                </a:cubicBezTo>
                <a:cubicBezTo>
                  <a:pt x="885670" y="77309"/>
                  <a:pt x="879867" y="37147"/>
                  <a:pt x="883064" y="0"/>
                </a:cubicBezTo>
                <a:cubicBezTo>
                  <a:pt x="973238" y="79795"/>
                  <a:pt x="994297" y="121521"/>
                  <a:pt x="1083625" y="200562"/>
                </a:cubicBezTo>
                <a:cubicBezTo>
                  <a:pt x="1023089" y="262751"/>
                  <a:pt x="938565" y="333558"/>
                  <a:pt x="883064" y="401123"/>
                </a:cubicBezTo>
                <a:cubicBezTo>
                  <a:pt x="882739" y="355707"/>
                  <a:pt x="880910" y="335155"/>
                  <a:pt x="883064" y="300842"/>
                </a:cubicBezTo>
                <a:cubicBezTo>
                  <a:pt x="564202" y="332415"/>
                  <a:pt x="375067" y="277563"/>
                  <a:pt x="200562" y="300842"/>
                </a:cubicBezTo>
                <a:cubicBezTo>
                  <a:pt x="196065" y="347557"/>
                  <a:pt x="202046" y="366534"/>
                  <a:pt x="200562" y="401123"/>
                </a:cubicBezTo>
                <a:cubicBezTo>
                  <a:pt x="142393" y="359967"/>
                  <a:pt x="104176" y="284692"/>
                  <a:pt x="0" y="200562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left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01664E-7B2D-8F5F-B445-F4D645F4A3A5}"/>
              </a:ext>
            </a:extLst>
          </p:cNvPr>
          <p:cNvSpPr txBox="1"/>
          <p:nvPr/>
        </p:nvSpPr>
        <p:spPr>
          <a:xfrm>
            <a:off x="9391507" y="1320035"/>
            <a:ext cx="644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904483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1CF1B-4C34-1DC6-77DE-090600220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45" y="0"/>
            <a:ext cx="7165910" cy="6858000"/>
          </a:xfrm>
          <a:prstGeom prst="rect">
            <a:avLst/>
          </a:prstGeom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0F715A9F-3130-8854-81D5-1DE31DD680FB}"/>
              </a:ext>
            </a:extLst>
          </p:cNvPr>
          <p:cNvSpPr/>
          <p:nvPr/>
        </p:nvSpPr>
        <p:spPr>
          <a:xfrm>
            <a:off x="5515047" y="195943"/>
            <a:ext cx="3251200" cy="1185970"/>
          </a:xfrm>
          <a:prstGeom prst="wedgeEllipseCallout">
            <a:avLst>
              <a:gd name="adj1" fmla="val 7926"/>
              <a:gd name="adj2" fmla="val 981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Another story?</a:t>
            </a:r>
          </a:p>
        </p:txBody>
      </p:sp>
    </p:spTree>
    <p:extLst>
      <p:ext uri="{BB962C8B-B14F-4D97-AF65-F5344CB8AC3E}">
        <p14:creationId xmlns:p14="http://schemas.microsoft.com/office/powerpoint/2010/main" val="417518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8B7C9D-C300-3E99-E6D3-BFAA7B86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733" y="449440"/>
            <a:ext cx="3810532" cy="4248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7E94ED-06EA-CFAC-62CD-D2F77329C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8FEDF6-D2A8-3581-2189-F700317CD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9715C1-E62E-38BD-6983-6F5605E80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429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D5A7-EA11-73C4-A86A-6BDB80D5F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D264C8-3D46-9BF0-1E41-19EB00D95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20AEF2-73D5-3C2E-0422-FC91E6EF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3788BB-1702-0D9C-8A6A-307FB5A3BC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 useBgFill="1">
        <p:nvSpPr>
          <p:cNvPr id="6" name="Strzałka: w prawo 10">
            <a:extLst>
              <a:ext uri="{FF2B5EF4-FFF2-40B4-BE49-F238E27FC236}">
                <a16:creationId xmlns:a16="http://schemas.microsoft.com/office/drawing/2014/main" id="{DD7D7F4E-E833-098F-695D-7A56BF8F0C32}"/>
              </a:ext>
            </a:extLst>
          </p:cNvPr>
          <p:cNvSpPr/>
          <p:nvPr/>
        </p:nvSpPr>
        <p:spPr>
          <a:xfrm>
            <a:off x="3658691" y="5250565"/>
            <a:ext cx="4976223" cy="291902"/>
          </a:xfrm>
          <a:custGeom>
            <a:avLst/>
            <a:gdLst>
              <a:gd name="csX0" fmla="*/ 0 w 4976223"/>
              <a:gd name="csY0" fmla="*/ 72976 h 291902"/>
              <a:gd name="csX1" fmla="*/ 765079 w 4976223"/>
              <a:gd name="csY1" fmla="*/ 72976 h 291902"/>
              <a:gd name="csX2" fmla="*/ 1483179 w 4976223"/>
              <a:gd name="csY2" fmla="*/ 72976 h 291902"/>
              <a:gd name="csX3" fmla="*/ 2154300 w 4976223"/>
              <a:gd name="csY3" fmla="*/ 72976 h 291902"/>
              <a:gd name="csX4" fmla="*/ 2825422 w 4976223"/>
              <a:gd name="csY4" fmla="*/ 72976 h 291902"/>
              <a:gd name="csX5" fmla="*/ 3590500 w 4976223"/>
              <a:gd name="csY5" fmla="*/ 72976 h 291902"/>
              <a:gd name="csX6" fmla="*/ 4697851 w 4976223"/>
              <a:gd name="csY6" fmla="*/ 72976 h 291902"/>
              <a:gd name="csX7" fmla="*/ 4697851 w 4976223"/>
              <a:gd name="csY7" fmla="*/ 0 h 291902"/>
              <a:gd name="csX8" fmla="*/ 4976223 w 4976223"/>
              <a:gd name="csY8" fmla="*/ 145951 h 291902"/>
              <a:gd name="csX9" fmla="*/ 4697851 w 4976223"/>
              <a:gd name="csY9" fmla="*/ 291902 h 291902"/>
              <a:gd name="csX10" fmla="*/ 4697851 w 4976223"/>
              <a:gd name="csY10" fmla="*/ 218927 h 291902"/>
              <a:gd name="csX11" fmla="*/ 4120686 w 4976223"/>
              <a:gd name="csY11" fmla="*/ 218927 h 291902"/>
              <a:gd name="csX12" fmla="*/ 3355608 w 4976223"/>
              <a:gd name="csY12" fmla="*/ 218927 h 291902"/>
              <a:gd name="csX13" fmla="*/ 2778443 w 4976223"/>
              <a:gd name="csY13" fmla="*/ 218927 h 291902"/>
              <a:gd name="csX14" fmla="*/ 2248257 w 4976223"/>
              <a:gd name="csY14" fmla="*/ 218927 h 291902"/>
              <a:gd name="csX15" fmla="*/ 1718071 w 4976223"/>
              <a:gd name="csY15" fmla="*/ 218927 h 291902"/>
              <a:gd name="csX16" fmla="*/ 999971 w 4976223"/>
              <a:gd name="csY16" fmla="*/ 218927 h 291902"/>
              <a:gd name="csX17" fmla="*/ 0 w 4976223"/>
              <a:gd name="csY17" fmla="*/ 218927 h 291902"/>
              <a:gd name="csX18" fmla="*/ 0 w 4976223"/>
              <a:gd name="csY18" fmla="*/ 72976 h 291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291902" fill="none" extrusionOk="0">
                <a:moveTo>
                  <a:pt x="0" y="72976"/>
                </a:moveTo>
                <a:cubicBezTo>
                  <a:pt x="368043" y="107056"/>
                  <a:pt x="492556" y="81790"/>
                  <a:pt x="765079" y="72976"/>
                </a:cubicBezTo>
                <a:cubicBezTo>
                  <a:pt x="1037602" y="64162"/>
                  <a:pt x="1331055" y="46837"/>
                  <a:pt x="1483179" y="72976"/>
                </a:cubicBezTo>
                <a:cubicBezTo>
                  <a:pt x="1635303" y="99115"/>
                  <a:pt x="1868095" y="76452"/>
                  <a:pt x="2154300" y="72976"/>
                </a:cubicBezTo>
                <a:cubicBezTo>
                  <a:pt x="2440505" y="69500"/>
                  <a:pt x="2578658" y="97769"/>
                  <a:pt x="2825422" y="72976"/>
                </a:cubicBezTo>
                <a:cubicBezTo>
                  <a:pt x="3072186" y="48183"/>
                  <a:pt x="3370348" y="47811"/>
                  <a:pt x="3590500" y="72976"/>
                </a:cubicBezTo>
                <a:cubicBezTo>
                  <a:pt x="3810652" y="98141"/>
                  <a:pt x="4351573" y="95765"/>
                  <a:pt x="4697851" y="72976"/>
                </a:cubicBezTo>
                <a:cubicBezTo>
                  <a:pt x="4695536" y="43027"/>
                  <a:pt x="4701170" y="32406"/>
                  <a:pt x="4697851" y="0"/>
                </a:cubicBezTo>
                <a:cubicBezTo>
                  <a:pt x="4812671" y="60739"/>
                  <a:pt x="4867353" y="81657"/>
                  <a:pt x="4976223" y="145951"/>
                </a:cubicBezTo>
                <a:cubicBezTo>
                  <a:pt x="4895542" y="205639"/>
                  <a:pt x="4799785" y="227797"/>
                  <a:pt x="4697851" y="291902"/>
                </a:cubicBezTo>
                <a:cubicBezTo>
                  <a:pt x="4694637" y="269179"/>
                  <a:pt x="4696277" y="240188"/>
                  <a:pt x="4697851" y="218927"/>
                </a:cubicBezTo>
                <a:cubicBezTo>
                  <a:pt x="4568160" y="245566"/>
                  <a:pt x="4366278" y="195844"/>
                  <a:pt x="4120686" y="218927"/>
                </a:cubicBezTo>
                <a:cubicBezTo>
                  <a:pt x="3875094" y="242010"/>
                  <a:pt x="3737104" y="248262"/>
                  <a:pt x="3355608" y="218927"/>
                </a:cubicBezTo>
                <a:cubicBezTo>
                  <a:pt x="2974112" y="189592"/>
                  <a:pt x="2914293" y="217108"/>
                  <a:pt x="2778443" y="218927"/>
                </a:cubicBezTo>
                <a:cubicBezTo>
                  <a:pt x="2642593" y="220746"/>
                  <a:pt x="2479373" y="205900"/>
                  <a:pt x="2248257" y="218927"/>
                </a:cubicBezTo>
                <a:cubicBezTo>
                  <a:pt x="2017141" y="231954"/>
                  <a:pt x="1974453" y="233597"/>
                  <a:pt x="1718071" y="218927"/>
                </a:cubicBezTo>
                <a:cubicBezTo>
                  <a:pt x="1461689" y="204257"/>
                  <a:pt x="1253802" y="243362"/>
                  <a:pt x="999971" y="218927"/>
                </a:cubicBezTo>
                <a:cubicBezTo>
                  <a:pt x="746140" y="194492"/>
                  <a:pt x="206055" y="215581"/>
                  <a:pt x="0" y="218927"/>
                </a:cubicBezTo>
                <a:cubicBezTo>
                  <a:pt x="-3250" y="164511"/>
                  <a:pt x="-3357" y="132108"/>
                  <a:pt x="0" y="72976"/>
                </a:cubicBezTo>
                <a:close/>
              </a:path>
              <a:path w="4976223" h="291902" stroke="0" extrusionOk="0">
                <a:moveTo>
                  <a:pt x="0" y="72976"/>
                </a:moveTo>
                <a:cubicBezTo>
                  <a:pt x="267368" y="66532"/>
                  <a:pt x="496300" y="77065"/>
                  <a:pt x="624143" y="72976"/>
                </a:cubicBezTo>
                <a:cubicBezTo>
                  <a:pt x="751986" y="68887"/>
                  <a:pt x="893736" y="56012"/>
                  <a:pt x="1154329" y="72976"/>
                </a:cubicBezTo>
                <a:cubicBezTo>
                  <a:pt x="1414922" y="89940"/>
                  <a:pt x="1552044" y="110096"/>
                  <a:pt x="1919408" y="72976"/>
                </a:cubicBezTo>
                <a:cubicBezTo>
                  <a:pt x="2286772" y="35856"/>
                  <a:pt x="2315499" y="58737"/>
                  <a:pt x="2543551" y="72976"/>
                </a:cubicBezTo>
                <a:cubicBezTo>
                  <a:pt x="2771603" y="87215"/>
                  <a:pt x="3004912" y="85170"/>
                  <a:pt x="3167694" y="72976"/>
                </a:cubicBezTo>
                <a:cubicBezTo>
                  <a:pt x="3330476" y="60782"/>
                  <a:pt x="3730375" y="95454"/>
                  <a:pt x="3932772" y="72976"/>
                </a:cubicBezTo>
                <a:cubicBezTo>
                  <a:pt x="4135169" y="50498"/>
                  <a:pt x="4328650" y="89228"/>
                  <a:pt x="4697851" y="72976"/>
                </a:cubicBezTo>
                <a:cubicBezTo>
                  <a:pt x="4696292" y="54160"/>
                  <a:pt x="4701395" y="32872"/>
                  <a:pt x="4697851" y="0"/>
                </a:cubicBezTo>
                <a:cubicBezTo>
                  <a:pt x="4824517" y="73608"/>
                  <a:pt x="4898019" y="97408"/>
                  <a:pt x="4976223" y="145951"/>
                </a:cubicBezTo>
                <a:cubicBezTo>
                  <a:pt x="4838104" y="215723"/>
                  <a:pt x="4805987" y="226481"/>
                  <a:pt x="4697851" y="291902"/>
                </a:cubicBezTo>
                <a:cubicBezTo>
                  <a:pt x="4698990" y="260658"/>
                  <a:pt x="4695404" y="234011"/>
                  <a:pt x="4697851" y="218927"/>
                </a:cubicBezTo>
                <a:cubicBezTo>
                  <a:pt x="4409680" y="206546"/>
                  <a:pt x="4279015" y="250658"/>
                  <a:pt x="4026729" y="218927"/>
                </a:cubicBezTo>
                <a:cubicBezTo>
                  <a:pt x="3774443" y="187196"/>
                  <a:pt x="3636098" y="225717"/>
                  <a:pt x="3449565" y="218927"/>
                </a:cubicBezTo>
                <a:cubicBezTo>
                  <a:pt x="3263032" y="212137"/>
                  <a:pt x="2927022" y="188431"/>
                  <a:pt x="2778443" y="218927"/>
                </a:cubicBezTo>
                <a:cubicBezTo>
                  <a:pt x="2629864" y="249423"/>
                  <a:pt x="2318620" y="197304"/>
                  <a:pt x="2013365" y="218927"/>
                </a:cubicBezTo>
                <a:cubicBezTo>
                  <a:pt x="1708110" y="240550"/>
                  <a:pt x="1588692" y="251070"/>
                  <a:pt x="1342243" y="218927"/>
                </a:cubicBezTo>
                <a:cubicBezTo>
                  <a:pt x="1095794" y="186784"/>
                  <a:pt x="925602" y="242589"/>
                  <a:pt x="812057" y="218927"/>
                </a:cubicBezTo>
                <a:cubicBezTo>
                  <a:pt x="698512" y="195265"/>
                  <a:pt x="214689" y="193938"/>
                  <a:pt x="0" y="218927"/>
                </a:cubicBezTo>
                <a:cubicBezTo>
                  <a:pt x="1043" y="161917"/>
                  <a:pt x="6660" y="142252"/>
                  <a:pt x="0" y="72976"/>
                </a:cubicBezTo>
                <a:close/>
              </a:path>
            </a:pathLst>
          </a:custGeom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Strzałka: w prawo 10">
            <a:extLst>
              <a:ext uri="{FF2B5EF4-FFF2-40B4-BE49-F238E27FC236}">
                <a16:creationId xmlns:a16="http://schemas.microsoft.com/office/drawing/2014/main" id="{8E8A7D89-ECA9-DC94-074B-886CCA9439CA}"/>
              </a:ext>
            </a:extLst>
          </p:cNvPr>
          <p:cNvSpPr/>
          <p:nvPr/>
        </p:nvSpPr>
        <p:spPr>
          <a:xfrm rot="10800000">
            <a:off x="3607887" y="5609169"/>
            <a:ext cx="4976223" cy="291902"/>
          </a:xfrm>
          <a:custGeom>
            <a:avLst/>
            <a:gdLst>
              <a:gd name="csX0" fmla="*/ 0 w 4976223"/>
              <a:gd name="csY0" fmla="*/ 72976 h 291902"/>
              <a:gd name="csX1" fmla="*/ 765079 w 4976223"/>
              <a:gd name="csY1" fmla="*/ 72976 h 291902"/>
              <a:gd name="csX2" fmla="*/ 1483179 w 4976223"/>
              <a:gd name="csY2" fmla="*/ 72976 h 291902"/>
              <a:gd name="csX3" fmla="*/ 2154300 w 4976223"/>
              <a:gd name="csY3" fmla="*/ 72976 h 291902"/>
              <a:gd name="csX4" fmla="*/ 2825422 w 4976223"/>
              <a:gd name="csY4" fmla="*/ 72976 h 291902"/>
              <a:gd name="csX5" fmla="*/ 3590500 w 4976223"/>
              <a:gd name="csY5" fmla="*/ 72976 h 291902"/>
              <a:gd name="csX6" fmla="*/ 4697851 w 4976223"/>
              <a:gd name="csY6" fmla="*/ 72976 h 291902"/>
              <a:gd name="csX7" fmla="*/ 4697851 w 4976223"/>
              <a:gd name="csY7" fmla="*/ 0 h 291902"/>
              <a:gd name="csX8" fmla="*/ 4976223 w 4976223"/>
              <a:gd name="csY8" fmla="*/ 145951 h 291902"/>
              <a:gd name="csX9" fmla="*/ 4697851 w 4976223"/>
              <a:gd name="csY9" fmla="*/ 291902 h 291902"/>
              <a:gd name="csX10" fmla="*/ 4697851 w 4976223"/>
              <a:gd name="csY10" fmla="*/ 218927 h 291902"/>
              <a:gd name="csX11" fmla="*/ 4120686 w 4976223"/>
              <a:gd name="csY11" fmla="*/ 218927 h 291902"/>
              <a:gd name="csX12" fmla="*/ 3355608 w 4976223"/>
              <a:gd name="csY12" fmla="*/ 218927 h 291902"/>
              <a:gd name="csX13" fmla="*/ 2778443 w 4976223"/>
              <a:gd name="csY13" fmla="*/ 218927 h 291902"/>
              <a:gd name="csX14" fmla="*/ 2248257 w 4976223"/>
              <a:gd name="csY14" fmla="*/ 218927 h 291902"/>
              <a:gd name="csX15" fmla="*/ 1718071 w 4976223"/>
              <a:gd name="csY15" fmla="*/ 218927 h 291902"/>
              <a:gd name="csX16" fmla="*/ 999971 w 4976223"/>
              <a:gd name="csY16" fmla="*/ 218927 h 291902"/>
              <a:gd name="csX17" fmla="*/ 0 w 4976223"/>
              <a:gd name="csY17" fmla="*/ 218927 h 291902"/>
              <a:gd name="csX18" fmla="*/ 0 w 4976223"/>
              <a:gd name="csY18" fmla="*/ 72976 h 291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291902" fill="none" extrusionOk="0">
                <a:moveTo>
                  <a:pt x="0" y="72976"/>
                </a:moveTo>
                <a:cubicBezTo>
                  <a:pt x="368043" y="107056"/>
                  <a:pt x="492556" y="81790"/>
                  <a:pt x="765079" y="72976"/>
                </a:cubicBezTo>
                <a:cubicBezTo>
                  <a:pt x="1037602" y="64162"/>
                  <a:pt x="1331055" y="46837"/>
                  <a:pt x="1483179" y="72976"/>
                </a:cubicBezTo>
                <a:cubicBezTo>
                  <a:pt x="1635303" y="99115"/>
                  <a:pt x="1868095" y="76452"/>
                  <a:pt x="2154300" y="72976"/>
                </a:cubicBezTo>
                <a:cubicBezTo>
                  <a:pt x="2440505" y="69500"/>
                  <a:pt x="2578658" y="97769"/>
                  <a:pt x="2825422" y="72976"/>
                </a:cubicBezTo>
                <a:cubicBezTo>
                  <a:pt x="3072186" y="48183"/>
                  <a:pt x="3370348" y="47811"/>
                  <a:pt x="3590500" y="72976"/>
                </a:cubicBezTo>
                <a:cubicBezTo>
                  <a:pt x="3810652" y="98141"/>
                  <a:pt x="4351573" y="95765"/>
                  <a:pt x="4697851" y="72976"/>
                </a:cubicBezTo>
                <a:cubicBezTo>
                  <a:pt x="4695536" y="43027"/>
                  <a:pt x="4701170" y="32406"/>
                  <a:pt x="4697851" y="0"/>
                </a:cubicBezTo>
                <a:cubicBezTo>
                  <a:pt x="4812671" y="60739"/>
                  <a:pt x="4867353" y="81657"/>
                  <a:pt x="4976223" y="145951"/>
                </a:cubicBezTo>
                <a:cubicBezTo>
                  <a:pt x="4895542" y="205639"/>
                  <a:pt x="4799785" y="227797"/>
                  <a:pt x="4697851" y="291902"/>
                </a:cubicBezTo>
                <a:cubicBezTo>
                  <a:pt x="4694637" y="269179"/>
                  <a:pt x="4696277" y="240188"/>
                  <a:pt x="4697851" y="218927"/>
                </a:cubicBezTo>
                <a:cubicBezTo>
                  <a:pt x="4568160" y="245566"/>
                  <a:pt x="4366278" y="195844"/>
                  <a:pt x="4120686" y="218927"/>
                </a:cubicBezTo>
                <a:cubicBezTo>
                  <a:pt x="3875094" y="242010"/>
                  <a:pt x="3737104" y="248262"/>
                  <a:pt x="3355608" y="218927"/>
                </a:cubicBezTo>
                <a:cubicBezTo>
                  <a:pt x="2974112" y="189592"/>
                  <a:pt x="2914293" y="217108"/>
                  <a:pt x="2778443" y="218927"/>
                </a:cubicBezTo>
                <a:cubicBezTo>
                  <a:pt x="2642593" y="220746"/>
                  <a:pt x="2479373" y="205900"/>
                  <a:pt x="2248257" y="218927"/>
                </a:cubicBezTo>
                <a:cubicBezTo>
                  <a:pt x="2017141" y="231954"/>
                  <a:pt x="1974453" y="233597"/>
                  <a:pt x="1718071" y="218927"/>
                </a:cubicBezTo>
                <a:cubicBezTo>
                  <a:pt x="1461689" y="204257"/>
                  <a:pt x="1253802" y="243362"/>
                  <a:pt x="999971" y="218927"/>
                </a:cubicBezTo>
                <a:cubicBezTo>
                  <a:pt x="746140" y="194492"/>
                  <a:pt x="206055" y="215581"/>
                  <a:pt x="0" y="218927"/>
                </a:cubicBezTo>
                <a:cubicBezTo>
                  <a:pt x="-3250" y="164511"/>
                  <a:pt x="-3357" y="132108"/>
                  <a:pt x="0" y="72976"/>
                </a:cubicBezTo>
                <a:close/>
              </a:path>
              <a:path w="4976223" h="291902" stroke="0" extrusionOk="0">
                <a:moveTo>
                  <a:pt x="0" y="72976"/>
                </a:moveTo>
                <a:cubicBezTo>
                  <a:pt x="267368" y="66532"/>
                  <a:pt x="496300" y="77065"/>
                  <a:pt x="624143" y="72976"/>
                </a:cubicBezTo>
                <a:cubicBezTo>
                  <a:pt x="751986" y="68887"/>
                  <a:pt x="893736" y="56012"/>
                  <a:pt x="1154329" y="72976"/>
                </a:cubicBezTo>
                <a:cubicBezTo>
                  <a:pt x="1414922" y="89940"/>
                  <a:pt x="1552044" y="110096"/>
                  <a:pt x="1919408" y="72976"/>
                </a:cubicBezTo>
                <a:cubicBezTo>
                  <a:pt x="2286772" y="35856"/>
                  <a:pt x="2315499" y="58737"/>
                  <a:pt x="2543551" y="72976"/>
                </a:cubicBezTo>
                <a:cubicBezTo>
                  <a:pt x="2771603" y="87215"/>
                  <a:pt x="3004912" y="85170"/>
                  <a:pt x="3167694" y="72976"/>
                </a:cubicBezTo>
                <a:cubicBezTo>
                  <a:pt x="3330476" y="60782"/>
                  <a:pt x="3730375" y="95454"/>
                  <a:pt x="3932772" y="72976"/>
                </a:cubicBezTo>
                <a:cubicBezTo>
                  <a:pt x="4135169" y="50498"/>
                  <a:pt x="4328650" y="89228"/>
                  <a:pt x="4697851" y="72976"/>
                </a:cubicBezTo>
                <a:cubicBezTo>
                  <a:pt x="4696292" y="54160"/>
                  <a:pt x="4701395" y="32872"/>
                  <a:pt x="4697851" y="0"/>
                </a:cubicBezTo>
                <a:cubicBezTo>
                  <a:pt x="4824517" y="73608"/>
                  <a:pt x="4898019" y="97408"/>
                  <a:pt x="4976223" y="145951"/>
                </a:cubicBezTo>
                <a:cubicBezTo>
                  <a:pt x="4838104" y="215723"/>
                  <a:pt x="4805987" y="226481"/>
                  <a:pt x="4697851" y="291902"/>
                </a:cubicBezTo>
                <a:cubicBezTo>
                  <a:pt x="4698990" y="260658"/>
                  <a:pt x="4695404" y="234011"/>
                  <a:pt x="4697851" y="218927"/>
                </a:cubicBezTo>
                <a:cubicBezTo>
                  <a:pt x="4409680" y="206546"/>
                  <a:pt x="4279015" y="250658"/>
                  <a:pt x="4026729" y="218927"/>
                </a:cubicBezTo>
                <a:cubicBezTo>
                  <a:pt x="3774443" y="187196"/>
                  <a:pt x="3636098" y="225717"/>
                  <a:pt x="3449565" y="218927"/>
                </a:cubicBezTo>
                <a:cubicBezTo>
                  <a:pt x="3263032" y="212137"/>
                  <a:pt x="2927022" y="188431"/>
                  <a:pt x="2778443" y="218927"/>
                </a:cubicBezTo>
                <a:cubicBezTo>
                  <a:pt x="2629864" y="249423"/>
                  <a:pt x="2318620" y="197304"/>
                  <a:pt x="2013365" y="218927"/>
                </a:cubicBezTo>
                <a:cubicBezTo>
                  <a:pt x="1708110" y="240550"/>
                  <a:pt x="1588692" y="251070"/>
                  <a:pt x="1342243" y="218927"/>
                </a:cubicBezTo>
                <a:cubicBezTo>
                  <a:pt x="1095794" y="186784"/>
                  <a:pt x="925602" y="242589"/>
                  <a:pt x="812057" y="218927"/>
                </a:cubicBezTo>
                <a:cubicBezTo>
                  <a:pt x="698512" y="195265"/>
                  <a:pt x="214689" y="193938"/>
                  <a:pt x="0" y="218927"/>
                </a:cubicBezTo>
                <a:cubicBezTo>
                  <a:pt x="1043" y="161917"/>
                  <a:pt x="6660" y="142252"/>
                  <a:pt x="0" y="72976"/>
                </a:cubicBezTo>
                <a:close/>
              </a:path>
            </a:pathLst>
          </a:custGeom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D8C444-10EA-3AF7-DFBD-05B5DCA84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733" y="449440"/>
            <a:ext cx="3810532" cy="42487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35BF7A-4164-EC33-4E43-698BE99CD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651" y="4498053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7AA08E-E445-0211-3DF9-7275DD219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169" y="4873492"/>
            <a:ext cx="640695" cy="97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98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FE54-B219-ADCF-10E2-8820709E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E74FD-2228-D4FC-ADDA-F8BA5B91E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1608D3-3A26-945D-FD8D-0868FB9D0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84FEACD-86B0-5A3D-6D4D-294756907E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trzałka: w prawo 24">
            <a:extLst>
              <a:ext uri="{FF2B5EF4-FFF2-40B4-BE49-F238E27FC236}">
                <a16:creationId xmlns:a16="http://schemas.microsoft.com/office/drawing/2014/main" id="{4EC7CBB9-1182-B6F8-12D4-331D7A0CFBD9}"/>
              </a:ext>
            </a:extLst>
          </p:cNvPr>
          <p:cNvSpPr/>
          <p:nvPr/>
        </p:nvSpPr>
        <p:spPr>
          <a:xfrm rot="19297290">
            <a:off x="3303392" y="4595273"/>
            <a:ext cx="982974" cy="275277"/>
          </a:xfrm>
          <a:custGeom>
            <a:avLst/>
            <a:gdLst>
              <a:gd name="csX0" fmla="*/ 0 w 982974"/>
              <a:gd name="csY0" fmla="*/ 68819 h 275277"/>
              <a:gd name="csX1" fmla="*/ 417137 w 982974"/>
              <a:gd name="csY1" fmla="*/ 68819 h 275277"/>
              <a:gd name="csX2" fmla="*/ 817915 w 982974"/>
              <a:gd name="csY2" fmla="*/ 68819 h 275277"/>
              <a:gd name="csX3" fmla="*/ 817915 w 982974"/>
              <a:gd name="csY3" fmla="*/ 0 h 275277"/>
              <a:gd name="csX4" fmla="*/ 982974 w 982974"/>
              <a:gd name="csY4" fmla="*/ 137639 h 275277"/>
              <a:gd name="csX5" fmla="*/ 817915 w 982974"/>
              <a:gd name="csY5" fmla="*/ 275277 h 275277"/>
              <a:gd name="csX6" fmla="*/ 817915 w 982974"/>
              <a:gd name="csY6" fmla="*/ 206458 h 275277"/>
              <a:gd name="csX7" fmla="*/ 408958 w 982974"/>
              <a:gd name="csY7" fmla="*/ 206458 h 275277"/>
              <a:gd name="csX8" fmla="*/ 0 w 982974"/>
              <a:gd name="csY8" fmla="*/ 206458 h 275277"/>
              <a:gd name="csX9" fmla="*/ 0 w 982974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2974" h="275277" fill="none" extrusionOk="0">
                <a:moveTo>
                  <a:pt x="0" y="68819"/>
                </a:moveTo>
                <a:cubicBezTo>
                  <a:pt x="132361" y="85569"/>
                  <a:pt x="272847" y="75832"/>
                  <a:pt x="417137" y="68819"/>
                </a:cubicBezTo>
                <a:cubicBezTo>
                  <a:pt x="561427" y="61806"/>
                  <a:pt x="631370" y="59150"/>
                  <a:pt x="817915" y="68819"/>
                </a:cubicBezTo>
                <a:cubicBezTo>
                  <a:pt x="815483" y="54830"/>
                  <a:pt x="817106" y="22624"/>
                  <a:pt x="817915" y="0"/>
                </a:cubicBezTo>
                <a:cubicBezTo>
                  <a:pt x="891652" y="58304"/>
                  <a:pt x="937870" y="93031"/>
                  <a:pt x="982974" y="137639"/>
                </a:cubicBezTo>
                <a:cubicBezTo>
                  <a:pt x="908679" y="199531"/>
                  <a:pt x="887336" y="221770"/>
                  <a:pt x="817915" y="275277"/>
                </a:cubicBezTo>
                <a:cubicBezTo>
                  <a:pt x="818380" y="241453"/>
                  <a:pt x="817186" y="225688"/>
                  <a:pt x="817915" y="206458"/>
                </a:cubicBezTo>
                <a:cubicBezTo>
                  <a:pt x="718404" y="208350"/>
                  <a:pt x="536037" y="220892"/>
                  <a:pt x="408958" y="206458"/>
                </a:cubicBezTo>
                <a:cubicBezTo>
                  <a:pt x="281879" y="192024"/>
                  <a:pt x="99174" y="186884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982974" h="275277" stroke="0" extrusionOk="0">
                <a:moveTo>
                  <a:pt x="0" y="68819"/>
                </a:moveTo>
                <a:cubicBezTo>
                  <a:pt x="156432" y="87225"/>
                  <a:pt x="311611" y="65319"/>
                  <a:pt x="400778" y="68819"/>
                </a:cubicBezTo>
                <a:cubicBezTo>
                  <a:pt x="489945" y="72319"/>
                  <a:pt x="713398" y="86387"/>
                  <a:pt x="817915" y="68819"/>
                </a:cubicBezTo>
                <a:cubicBezTo>
                  <a:pt x="816633" y="44700"/>
                  <a:pt x="816143" y="30107"/>
                  <a:pt x="817915" y="0"/>
                </a:cubicBezTo>
                <a:cubicBezTo>
                  <a:pt x="895916" y="63849"/>
                  <a:pt x="901596" y="69614"/>
                  <a:pt x="982974" y="137639"/>
                </a:cubicBezTo>
                <a:cubicBezTo>
                  <a:pt x="915378" y="182492"/>
                  <a:pt x="866566" y="237952"/>
                  <a:pt x="817915" y="275277"/>
                </a:cubicBezTo>
                <a:cubicBezTo>
                  <a:pt x="820335" y="244273"/>
                  <a:pt x="816015" y="229265"/>
                  <a:pt x="817915" y="206458"/>
                </a:cubicBezTo>
                <a:cubicBezTo>
                  <a:pt x="702854" y="223883"/>
                  <a:pt x="543636" y="193440"/>
                  <a:pt x="425316" y="206458"/>
                </a:cubicBezTo>
                <a:cubicBezTo>
                  <a:pt x="306996" y="219476"/>
                  <a:pt x="110847" y="203424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rzałka: w prawo 24">
            <a:extLst>
              <a:ext uri="{FF2B5EF4-FFF2-40B4-BE49-F238E27FC236}">
                <a16:creationId xmlns:a16="http://schemas.microsoft.com/office/drawing/2014/main" id="{02DE749B-E723-4FFD-F1E9-2BC41DE362BE}"/>
              </a:ext>
            </a:extLst>
          </p:cNvPr>
          <p:cNvSpPr/>
          <p:nvPr/>
        </p:nvSpPr>
        <p:spPr>
          <a:xfrm rot="13299870">
            <a:off x="7967679" y="4578766"/>
            <a:ext cx="982974" cy="275277"/>
          </a:xfrm>
          <a:custGeom>
            <a:avLst/>
            <a:gdLst>
              <a:gd name="csX0" fmla="*/ 0 w 982974"/>
              <a:gd name="csY0" fmla="*/ 68819 h 275277"/>
              <a:gd name="csX1" fmla="*/ 417137 w 982974"/>
              <a:gd name="csY1" fmla="*/ 68819 h 275277"/>
              <a:gd name="csX2" fmla="*/ 817915 w 982974"/>
              <a:gd name="csY2" fmla="*/ 68819 h 275277"/>
              <a:gd name="csX3" fmla="*/ 817915 w 982974"/>
              <a:gd name="csY3" fmla="*/ 0 h 275277"/>
              <a:gd name="csX4" fmla="*/ 982974 w 982974"/>
              <a:gd name="csY4" fmla="*/ 137639 h 275277"/>
              <a:gd name="csX5" fmla="*/ 817915 w 982974"/>
              <a:gd name="csY5" fmla="*/ 275277 h 275277"/>
              <a:gd name="csX6" fmla="*/ 817915 w 982974"/>
              <a:gd name="csY6" fmla="*/ 206458 h 275277"/>
              <a:gd name="csX7" fmla="*/ 408958 w 982974"/>
              <a:gd name="csY7" fmla="*/ 206458 h 275277"/>
              <a:gd name="csX8" fmla="*/ 0 w 982974"/>
              <a:gd name="csY8" fmla="*/ 206458 h 275277"/>
              <a:gd name="csX9" fmla="*/ 0 w 982974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2974" h="275277" fill="none" extrusionOk="0">
                <a:moveTo>
                  <a:pt x="0" y="68819"/>
                </a:moveTo>
                <a:cubicBezTo>
                  <a:pt x="132361" y="85569"/>
                  <a:pt x="272847" y="75832"/>
                  <a:pt x="417137" y="68819"/>
                </a:cubicBezTo>
                <a:cubicBezTo>
                  <a:pt x="561427" y="61806"/>
                  <a:pt x="631370" y="59150"/>
                  <a:pt x="817915" y="68819"/>
                </a:cubicBezTo>
                <a:cubicBezTo>
                  <a:pt x="815483" y="54830"/>
                  <a:pt x="817106" y="22624"/>
                  <a:pt x="817915" y="0"/>
                </a:cubicBezTo>
                <a:cubicBezTo>
                  <a:pt x="891652" y="58304"/>
                  <a:pt x="937870" y="93031"/>
                  <a:pt x="982974" y="137639"/>
                </a:cubicBezTo>
                <a:cubicBezTo>
                  <a:pt x="908679" y="199531"/>
                  <a:pt x="887336" y="221770"/>
                  <a:pt x="817915" y="275277"/>
                </a:cubicBezTo>
                <a:cubicBezTo>
                  <a:pt x="818380" y="241453"/>
                  <a:pt x="817186" y="225688"/>
                  <a:pt x="817915" y="206458"/>
                </a:cubicBezTo>
                <a:cubicBezTo>
                  <a:pt x="718404" y="208350"/>
                  <a:pt x="536037" y="220892"/>
                  <a:pt x="408958" y="206458"/>
                </a:cubicBezTo>
                <a:cubicBezTo>
                  <a:pt x="281879" y="192024"/>
                  <a:pt x="99174" y="186884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982974" h="275277" stroke="0" extrusionOk="0">
                <a:moveTo>
                  <a:pt x="0" y="68819"/>
                </a:moveTo>
                <a:cubicBezTo>
                  <a:pt x="156432" y="87225"/>
                  <a:pt x="311611" y="65319"/>
                  <a:pt x="400778" y="68819"/>
                </a:cubicBezTo>
                <a:cubicBezTo>
                  <a:pt x="489945" y="72319"/>
                  <a:pt x="713398" y="86387"/>
                  <a:pt x="817915" y="68819"/>
                </a:cubicBezTo>
                <a:cubicBezTo>
                  <a:pt x="816633" y="44700"/>
                  <a:pt x="816143" y="30107"/>
                  <a:pt x="817915" y="0"/>
                </a:cubicBezTo>
                <a:cubicBezTo>
                  <a:pt x="895916" y="63849"/>
                  <a:pt x="901596" y="69614"/>
                  <a:pt x="982974" y="137639"/>
                </a:cubicBezTo>
                <a:cubicBezTo>
                  <a:pt x="915378" y="182492"/>
                  <a:pt x="866566" y="237952"/>
                  <a:pt x="817915" y="275277"/>
                </a:cubicBezTo>
                <a:cubicBezTo>
                  <a:pt x="820335" y="244273"/>
                  <a:pt x="816015" y="229265"/>
                  <a:pt x="817915" y="206458"/>
                </a:cubicBezTo>
                <a:cubicBezTo>
                  <a:pt x="702854" y="223883"/>
                  <a:pt x="543636" y="193440"/>
                  <a:pt x="425316" y="206458"/>
                </a:cubicBezTo>
                <a:cubicBezTo>
                  <a:pt x="306996" y="219476"/>
                  <a:pt x="110847" y="203424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Strzałka: w prawo 10">
            <a:extLst>
              <a:ext uri="{FF2B5EF4-FFF2-40B4-BE49-F238E27FC236}">
                <a16:creationId xmlns:a16="http://schemas.microsoft.com/office/drawing/2014/main" id="{3ACAF92D-4191-7478-50A2-30588EF913E1}"/>
              </a:ext>
            </a:extLst>
          </p:cNvPr>
          <p:cNvSpPr/>
          <p:nvPr/>
        </p:nvSpPr>
        <p:spPr>
          <a:xfrm>
            <a:off x="3658691" y="5250565"/>
            <a:ext cx="4976223" cy="291902"/>
          </a:xfrm>
          <a:custGeom>
            <a:avLst/>
            <a:gdLst>
              <a:gd name="csX0" fmla="*/ 0 w 4976223"/>
              <a:gd name="csY0" fmla="*/ 72976 h 291902"/>
              <a:gd name="csX1" fmla="*/ 765079 w 4976223"/>
              <a:gd name="csY1" fmla="*/ 72976 h 291902"/>
              <a:gd name="csX2" fmla="*/ 1483179 w 4976223"/>
              <a:gd name="csY2" fmla="*/ 72976 h 291902"/>
              <a:gd name="csX3" fmla="*/ 2154300 w 4976223"/>
              <a:gd name="csY3" fmla="*/ 72976 h 291902"/>
              <a:gd name="csX4" fmla="*/ 2825422 w 4976223"/>
              <a:gd name="csY4" fmla="*/ 72976 h 291902"/>
              <a:gd name="csX5" fmla="*/ 3590500 w 4976223"/>
              <a:gd name="csY5" fmla="*/ 72976 h 291902"/>
              <a:gd name="csX6" fmla="*/ 4697851 w 4976223"/>
              <a:gd name="csY6" fmla="*/ 72976 h 291902"/>
              <a:gd name="csX7" fmla="*/ 4697851 w 4976223"/>
              <a:gd name="csY7" fmla="*/ 0 h 291902"/>
              <a:gd name="csX8" fmla="*/ 4976223 w 4976223"/>
              <a:gd name="csY8" fmla="*/ 145951 h 291902"/>
              <a:gd name="csX9" fmla="*/ 4697851 w 4976223"/>
              <a:gd name="csY9" fmla="*/ 291902 h 291902"/>
              <a:gd name="csX10" fmla="*/ 4697851 w 4976223"/>
              <a:gd name="csY10" fmla="*/ 218927 h 291902"/>
              <a:gd name="csX11" fmla="*/ 4120686 w 4976223"/>
              <a:gd name="csY11" fmla="*/ 218927 h 291902"/>
              <a:gd name="csX12" fmla="*/ 3355608 w 4976223"/>
              <a:gd name="csY12" fmla="*/ 218927 h 291902"/>
              <a:gd name="csX13" fmla="*/ 2778443 w 4976223"/>
              <a:gd name="csY13" fmla="*/ 218927 h 291902"/>
              <a:gd name="csX14" fmla="*/ 2248257 w 4976223"/>
              <a:gd name="csY14" fmla="*/ 218927 h 291902"/>
              <a:gd name="csX15" fmla="*/ 1718071 w 4976223"/>
              <a:gd name="csY15" fmla="*/ 218927 h 291902"/>
              <a:gd name="csX16" fmla="*/ 999971 w 4976223"/>
              <a:gd name="csY16" fmla="*/ 218927 h 291902"/>
              <a:gd name="csX17" fmla="*/ 0 w 4976223"/>
              <a:gd name="csY17" fmla="*/ 218927 h 291902"/>
              <a:gd name="csX18" fmla="*/ 0 w 4976223"/>
              <a:gd name="csY18" fmla="*/ 72976 h 291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291902" fill="none" extrusionOk="0">
                <a:moveTo>
                  <a:pt x="0" y="72976"/>
                </a:moveTo>
                <a:cubicBezTo>
                  <a:pt x="368043" y="107056"/>
                  <a:pt x="492556" y="81790"/>
                  <a:pt x="765079" y="72976"/>
                </a:cubicBezTo>
                <a:cubicBezTo>
                  <a:pt x="1037602" y="64162"/>
                  <a:pt x="1331055" y="46837"/>
                  <a:pt x="1483179" y="72976"/>
                </a:cubicBezTo>
                <a:cubicBezTo>
                  <a:pt x="1635303" y="99115"/>
                  <a:pt x="1868095" y="76452"/>
                  <a:pt x="2154300" y="72976"/>
                </a:cubicBezTo>
                <a:cubicBezTo>
                  <a:pt x="2440505" y="69500"/>
                  <a:pt x="2578658" y="97769"/>
                  <a:pt x="2825422" y="72976"/>
                </a:cubicBezTo>
                <a:cubicBezTo>
                  <a:pt x="3072186" y="48183"/>
                  <a:pt x="3370348" y="47811"/>
                  <a:pt x="3590500" y="72976"/>
                </a:cubicBezTo>
                <a:cubicBezTo>
                  <a:pt x="3810652" y="98141"/>
                  <a:pt x="4351573" y="95765"/>
                  <a:pt x="4697851" y="72976"/>
                </a:cubicBezTo>
                <a:cubicBezTo>
                  <a:pt x="4695536" y="43027"/>
                  <a:pt x="4701170" y="32406"/>
                  <a:pt x="4697851" y="0"/>
                </a:cubicBezTo>
                <a:cubicBezTo>
                  <a:pt x="4812671" y="60739"/>
                  <a:pt x="4867353" y="81657"/>
                  <a:pt x="4976223" y="145951"/>
                </a:cubicBezTo>
                <a:cubicBezTo>
                  <a:pt x="4895542" y="205639"/>
                  <a:pt x="4799785" y="227797"/>
                  <a:pt x="4697851" y="291902"/>
                </a:cubicBezTo>
                <a:cubicBezTo>
                  <a:pt x="4694637" y="269179"/>
                  <a:pt x="4696277" y="240188"/>
                  <a:pt x="4697851" y="218927"/>
                </a:cubicBezTo>
                <a:cubicBezTo>
                  <a:pt x="4568160" y="245566"/>
                  <a:pt x="4366278" y="195844"/>
                  <a:pt x="4120686" y="218927"/>
                </a:cubicBezTo>
                <a:cubicBezTo>
                  <a:pt x="3875094" y="242010"/>
                  <a:pt x="3737104" y="248262"/>
                  <a:pt x="3355608" y="218927"/>
                </a:cubicBezTo>
                <a:cubicBezTo>
                  <a:pt x="2974112" y="189592"/>
                  <a:pt x="2914293" y="217108"/>
                  <a:pt x="2778443" y="218927"/>
                </a:cubicBezTo>
                <a:cubicBezTo>
                  <a:pt x="2642593" y="220746"/>
                  <a:pt x="2479373" y="205900"/>
                  <a:pt x="2248257" y="218927"/>
                </a:cubicBezTo>
                <a:cubicBezTo>
                  <a:pt x="2017141" y="231954"/>
                  <a:pt x="1974453" y="233597"/>
                  <a:pt x="1718071" y="218927"/>
                </a:cubicBezTo>
                <a:cubicBezTo>
                  <a:pt x="1461689" y="204257"/>
                  <a:pt x="1253802" y="243362"/>
                  <a:pt x="999971" y="218927"/>
                </a:cubicBezTo>
                <a:cubicBezTo>
                  <a:pt x="746140" y="194492"/>
                  <a:pt x="206055" y="215581"/>
                  <a:pt x="0" y="218927"/>
                </a:cubicBezTo>
                <a:cubicBezTo>
                  <a:pt x="-3250" y="164511"/>
                  <a:pt x="-3357" y="132108"/>
                  <a:pt x="0" y="72976"/>
                </a:cubicBezTo>
                <a:close/>
              </a:path>
              <a:path w="4976223" h="291902" stroke="0" extrusionOk="0">
                <a:moveTo>
                  <a:pt x="0" y="72976"/>
                </a:moveTo>
                <a:cubicBezTo>
                  <a:pt x="267368" y="66532"/>
                  <a:pt x="496300" y="77065"/>
                  <a:pt x="624143" y="72976"/>
                </a:cubicBezTo>
                <a:cubicBezTo>
                  <a:pt x="751986" y="68887"/>
                  <a:pt x="893736" y="56012"/>
                  <a:pt x="1154329" y="72976"/>
                </a:cubicBezTo>
                <a:cubicBezTo>
                  <a:pt x="1414922" y="89940"/>
                  <a:pt x="1552044" y="110096"/>
                  <a:pt x="1919408" y="72976"/>
                </a:cubicBezTo>
                <a:cubicBezTo>
                  <a:pt x="2286772" y="35856"/>
                  <a:pt x="2315499" y="58737"/>
                  <a:pt x="2543551" y="72976"/>
                </a:cubicBezTo>
                <a:cubicBezTo>
                  <a:pt x="2771603" y="87215"/>
                  <a:pt x="3004912" y="85170"/>
                  <a:pt x="3167694" y="72976"/>
                </a:cubicBezTo>
                <a:cubicBezTo>
                  <a:pt x="3330476" y="60782"/>
                  <a:pt x="3730375" y="95454"/>
                  <a:pt x="3932772" y="72976"/>
                </a:cubicBezTo>
                <a:cubicBezTo>
                  <a:pt x="4135169" y="50498"/>
                  <a:pt x="4328650" y="89228"/>
                  <a:pt x="4697851" y="72976"/>
                </a:cubicBezTo>
                <a:cubicBezTo>
                  <a:pt x="4696292" y="54160"/>
                  <a:pt x="4701395" y="32872"/>
                  <a:pt x="4697851" y="0"/>
                </a:cubicBezTo>
                <a:cubicBezTo>
                  <a:pt x="4824517" y="73608"/>
                  <a:pt x="4898019" y="97408"/>
                  <a:pt x="4976223" y="145951"/>
                </a:cubicBezTo>
                <a:cubicBezTo>
                  <a:pt x="4838104" y="215723"/>
                  <a:pt x="4805987" y="226481"/>
                  <a:pt x="4697851" y="291902"/>
                </a:cubicBezTo>
                <a:cubicBezTo>
                  <a:pt x="4698990" y="260658"/>
                  <a:pt x="4695404" y="234011"/>
                  <a:pt x="4697851" y="218927"/>
                </a:cubicBezTo>
                <a:cubicBezTo>
                  <a:pt x="4409680" y="206546"/>
                  <a:pt x="4279015" y="250658"/>
                  <a:pt x="4026729" y="218927"/>
                </a:cubicBezTo>
                <a:cubicBezTo>
                  <a:pt x="3774443" y="187196"/>
                  <a:pt x="3636098" y="225717"/>
                  <a:pt x="3449565" y="218927"/>
                </a:cubicBezTo>
                <a:cubicBezTo>
                  <a:pt x="3263032" y="212137"/>
                  <a:pt x="2927022" y="188431"/>
                  <a:pt x="2778443" y="218927"/>
                </a:cubicBezTo>
                <a:cubicBezTo>
                  <a:pt x="2629864" y="249423"/>
                  <a:pt x="2318620" y="197304"/>
                  <a:pt x="2013365" y="218927"/>
                </a:cubicBezTo>
                <a:cubicBezTo>
                  <a:pt x="1708110" y="240550"/>
                  <a:pt x="1588692" y="251070"/>
                  <a:pt x="1342243" y="218927"/>
                </a:cubicBezTo>
                <a:cubicBezTo>
                  <a:pt x="1095794" y="186784"/>
                  <a:pt x="925602" y="242589"/>
                  <a:pt x="812057" y="218927"/>
                </a:cubicBezTo>
                <a:cubicBezTo>
                  <a:pt x="698512" y="195265"/>
                  <a:pt x="214689" y="193938"/>
                  <a:pt x="0" y="218927"/>
                </a:cubicBezTo>
                <a:cubicBezTo>
                  <a:pt x="1043" y="161917"/>
                  <a:pt x="6660" y="142252"/>
                  <a:pt x="0" y="72976"/>
                </a:cubicBezTo>
                <a:close/>
              </a:path>
            </a:pathLst>
          </a:custGeom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Strzałka: w prawo 10">
            <a:extLst>
              <a:ext uri="{FF2B5EF4-FFF2-40B4-BE49-F238E27FC236}">
                <a16:creationId xmlns:a16="http://schemas.microsoft.com/office/drawing/2014/main" id="{421E9300-1E2B-ED7E-ECEB-A733C54904C0}"/>
              </a:ext>
            </a:extLst>
          </p:cNvPr>
          <p:cNvSpPr/>
          <p:nvPr/>
        </p:nvSpPr>
        <p:spPr>
          <a:xfrm rot="10800000">
            <a:off x="3607887" y="5609169"/>
            <a:ext cx="4976223" cy="291902"/>
          </a:xfrm>
          <a:custGeom>
            <a:avLst/>
            <a:gdLst>
              <a:gd name="csX0" fmla="*/ 0 w 4976223"/>
              <a:gd name="csY0" fmla="*/ 72976 h 291902"/>
              <a:gd name="csX1" fmla="*/ 765079 w 4976223"/>
              <a:gd name="csY1" fmla="*/ 72976 h 291902"/>
              <a:gd name="csX2" fmla="*/ 1483179 w 4976223"/>
              <a:gd name="csY2" fmla="*/ 72976 h 291902"/>
              <a:gd name="csX3" fmla="*/ 2154300 w 4976223"/>
              <a:gd name="csY3" fmla="*/ 72976 h 291902"/>
              <a:gd name="csX4" fmla="*/ 2825422 w 4976223"/>
              <a:gd name="csY4" fmla="*/ 72976 h 291902"/>
              <a:gd name="csX5" fmla="*/ 3590500 w 4976223"/>
              <a:gd name="csY5" fmla="*/ 72976 h 291902"/>
              <a:gd name="csX6" fmla="*/ 4697851 w 4976223"/>
              <a:gd name="csY6" fmla="*/ 72976 h 291902"/>
              <a:gd name="csX7" fmla="*/ 4697851 w 4976223"/>
              <a:gd name="csY7" fmla="*/ 0 h 291902"/>
              <a:gd name="csX8" fmla="*/ 4976223 w 4976223"/>
              <a:gd name="csY8" fmla="*/ 145951 h 291902"/>
              <a:gd name="csX9" fmla="*/ 4697851 w 4976223"/>
              <a:gd name="csY9" fmla="*/ 291902 h 291902"/>
              <a:gd name="csX10" fmla="*/ 4697851 w 4976223"/>
              <a:gd name="csY10" fmla="*/ 218927 h 291902"/>
              <a:gd name="csX11" fmla="*/ 4120686 w 4976223"/>
              <a:gd name="csY11" fmla="*/ 218927 h 291902"/>
              <a:gd name="csX12" fmla="*/ 3355608 w 4976223"/>
              <a:gd name="csY12" fmla="*/ 218927 h 291902"/>
              <a:gd name="csX13" fmla="*/ 2778443 w 4976223"/>
              <a:gd name="csY13" fmla="*/ 218927 h 291902"/>
              <a:gd name="csX14" fmla="*/ 2248257 w 4976223"/>
              <a:gd name="csY14" fmla="*/ 218927 h 291902"/>
              <a:gd name="csX15" fmla="*/ 1718071 w 4976223"/>
              <a:gd name="csY15" fmla="*/ 218927 h 291902"/>
              <a:gd name="csX16" fmla="*/ 999971 w 4976223"/>
              <a:gd name="csY16" fmla="*/ 218927 h 291902"/>
              <a:gd name="csX17" fmla="*/ 0 w 4976223"/>
              <a:gd name="csY17" fmla="*/ 218927 h 291902"/>
              <a:gd name="csX18" fmla="*/ 0 w 4976223"/>
              <a:gd name="csY18" fmla="*/ 72976 h 291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291902" fill="none" extrusionOk="0">
                <a:moveTo>
                  <a:pt x="0" y="72976"/>
                </a:moveTo>
                <a:cubicBezTo>
                  <a:pt x="368043" y="107056"/>
                  <a:pt x="492556" y="81790"/>
                  <a:pt x="765079" y="72976"/>
                </a:cubicBezTo>
                <a:cubicBezTo>
                  <a:pt x="1037602" y="64162"/>
                  <a:pt x="1331055" y="46837"/>
                  <a:pt x="1483179" y="72976"/>
                </a:cubicBezTo>
                <a:cubicBezTo>
                  <a:pt x="1635303" y="99115"/>
                  <a:pt x="1868095" y="76452"/>
                  <a:pt x="2154300" y="72976"/>
                </a:cubicBezTo>
                <a:cubicBezTo>
                  <a:pt x="2440505" y="69500"/>
                  <a:pt x="2578658" y="97769"/>
                  <a:pt x="2825422" y="72976"/>
                </a:cubicBezTo>
                <a:cubicBezTo>
                  <a:pt x="3072186" y="48183"/>
                  <a:pt x="3370348" y="47811"/>
                  <a:pt x="3590500" y="72976"/>
                </a:cubicBezTo>
                <a:cubicBezTo>
                  <a:pt x="3810652" y="98141"/>
                  <a:pt x="4351573" y="95765"/>
                  <a:pt x="4697851" y="72976"/>
                </a:cubicBezTo>
                <a:cubicBezTo>
                  <a:pt x="4695536" y="43027"/>
                  <a:pt x="4701170" y="32406"/>
                  <a:pt x="4697851" y="0"/>
                </a:cubicBezTo>
                <a:cubicBezTo>
                  <a:pt x="4812671" y="60739"/>
                  <a:pt x="4867353" y="81657"/>
                  <a:pt x="4976223" y="145951"/>
                </a:cubicBezTo>
                <a:cubicBezTo>
                  <a:pt x="4895542" y="205639"/>
                  <a:pt x="4799785" y="227797"/>
                  <a:pt x="4697851" y="291902"/>
                </a:cubicBezTo>
                <a:cubicBezTo>
                  <a:pt x="4694637" y="269179"/>
                  <a:pt x="4696277" y="240188"/>
                  <a:pt x="4697851" y="218927"/>
                </a:cubicBezTo>
                <a:cubicBezTo>
                  <a:pt x="4568160" y="245566"/>
                  <a:pt x="4366278" y="195844"/>
                  <a:pt x="4120686" y="218927"/>
                </a:cubicBezTo>
                <a:cubicBezTo>
                  <a:pt x="3875094" y="242010"/>
                  <a:pt x="3737104" y="248262"/>
                  <a:pt x="3355608" y="218927"/>
                </a:cubicBezTo>
                <a:cubicBezTo>
                  <a:pt x="2974112" y="189592"/>
                  <a:pt x="2914293" y="217108"/>
                  <a:pt x="2778443" y="218927"/>
                </a:cubicBezTo>
                <a:cubicBezTo>
                  <a:pt x="2642593" y="220746"/>
                  <a:pt x="2479373" y="205900"/>
                  <a:pt x="2248257" y="218927"/>
                </a:cubicBezTo>
                <a:cubicBezTo>
                  <a:pt x="2017141" y="231954"/>
                  <a:pt x="1974453" y="233597"/>
                  <a:pt x="1718071" y="218927"/>
                </a:cubicBezTo>
                <a:cubicBezTo>
                  <a:pt x="1461689" y="204257"/>
                  <a:pt x="1253802" y="243362"/>
                  <a:pt x="999971" y="218927"/>
                </a:cubicBezTo>
                <a:cubicBezTo>
                  <a:pt x="746140" y="194492"/>
                  <a:pt x="206055" y="215581"/>
                  <a:pt x="0" y="218927"/>
                </a:cubicBezTo>
                <a:cubicBezTo>
                  <a:pt x="-3250" y="164511"/>
                  <a:pt x="-3357" y="132108"/>
                  <a:pt x="0" y="72976"/>
                </a:cubicBezTo>
                <a:close/>
              </a:path>
              <a:path w="4976223" h="291902" stroke="0" extrusionOk="0">
                <a:moveTo>
                  <a:pt x="0" y="72976"/>
                </a:moveTo>
                <a:cubicBezTo>
                  <a:pt x="267368" y="66532"/>
                  <a:pt x="496300" y="77065"/>
                  <a:pt x="624143" y="72976"/>
                </a:cubicBezTo>
                <a:cubicBezTo>
                  <a:pt x="751986" y="68887"/>
                  <a:pt x="893736" y="56012"/>
                  <a:pt x="1154329" y="72976"/>
                </a:cubicBezTo>
                <a:cubicBezTo>
                  <a:pt x="1414922" y="89940"/>
                  <a:pt x="1552044" y="110096"/>
                  <a:pt x="1919408" y="72976"/>
                </a:cubicBezTo>
                <a:cubicBezTo>
                  <a:pt x="2286772" y="35856"/>
                  <a:pt x="2315499" y="58737"/>
                  <a:pt x="2543551" y="72976"/>
                </a:cubicBezTo>
                <a:cubicBezTo>
                  <a:pt x="2771603" y="87215"/>
                  <a:pt x="3004912" y="85170"/>
                  <a:pt x="3167694" y="72976"/>
                </a:cubicBezTo>
                <a:cubicBezTo>
                  <a:pt x="3330476" y="60782"/>
                  <a:pt x="3730375" y="95454"/>
                  <a:pt x="3932772" y="72976"/>
                </a:cubicBezTo>
                <a:cubicBezTo>
                  <a:pt x="4135169" y="50498"/>
                  <a:pt x="4328650" y="89228"/>
                  <a:pt x="4697851" y="72976"/>
                </a:cubicBezTo>
                <a:cubicBezTo>
                  <a:pt x="4696292" y="54160"/>
                  <a:pt x="4701395" y="32872"/>
                  <a:pt x="4697851" y="0"/>
                </a:cubicBezTo>
                <a:cubicBezTo>
                  <a:pt x="4824517" y="73608"/>
                  <a:pt x="4898019" y="97408"/>
                  <a:pt x="4976223" y="145951"/>
                </a:cubicBezTo>
                <a:cubicBezTo>
                  <a:pt x="4838104" y="215723"/>
                  <a:pt x="4805987" y="226481"/>
                  <a:pt x="4697851" y="291902"/>
                </a:cubicBezTo>
                <a:cubicBezTo>
                  <a:pt x="4698990" y="260658"/>
                  <a:pt x="4695404" y="234011"/>
                  <a:pt x="4697851" y="218927"/>
                </a:cubicBezTo>
                <a:cubicBezTo>
                  <a:pt x="4409680" y="206546"/>
                  <a:pt x="4279015" y="250658"/>
                  <a:pt x="4026729" y="218927"/>
                </a:cubicBezTo>
                <a:cubicBezTo>
                  <a:pt x="3774443" y="187196"/>
                  <a:pt x="3636098" y="225717"/>
                  <a:pt x="3449565" y="218927"/>
                </a:cubicBezTo>
                <a:cubicBezTo>
                  <a:pt x="3263032" y="212137"/>
                  <a:pt x="2927022" y="188431"/>
                  <a:pt x="2778443" y="218927"/>
                </a:cubicBezTo>
                <a:cubicBezTo>
                  <a:pt x="2629864" y="249423"/>
                  <a:pt x="2318620" y="197304"/>
                  <a:pt x="2013365" y="218927"/>
                </a:cubicBezTo>
                <a:cubicBezTo>
                  <a:pt x="1708110" y="240550"/>
                  <a:pt x="1588692" y="251070"/>
                  <a:pt x="1342243" y="218927"/>
                </a:cubicBezTo>
                <a:cubicBezTo>
                  <a:pt x="1095794" y="186784"/>
                  <a:pt x="925602" y="242589"/>
                  <a:pt x="812057" y="218927"/>
                </a:cubicBezTo>
                <a:cubicBezTo>
                  <a:pt x="698512" y="195265"/>
                  <a:pt x="214689" y="193938"/>
                  <a:pt x="0" y="218927"/>
                </a:cubicBezTo>
                <a:cubicBezTo>
                  <a:pt x="1043" y="161917"/>
                  <a:pt x="6660" y="142252"/>
                  <a:pt x="0" y="72976"/>
                </a:cubicBezTo>
                <a:close/>
              </a:path>
            </a:pathLst>
          </a:custGeom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8E2E16-EEAC-EF92-F30E-5EA083B37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733" y="449440"/>
            <a:ext cx="3810532" cy="42487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3F912D-C2B1-6806-4378-3D1703068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2986" y="3512884"/>
            <a:ext cx="1243118" cy="12431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CA20B7D-D910-17D0-0F37-77006C8A3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651" y="4498053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75547A-99B6-664A-4484-7908BD550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169" y="4873492"/>
            <a:ext cx="640695" cy="97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F4307D-A5F7-EFB6-2A94-B4C3177468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601" y="3313473"/>
            <a:ext cx="1243118" cy="12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33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80B7B-719B-B779-7A88-AF8ED421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5BB210-227A-AAE2-9A29-2F76E510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AB5AD6-A708-CB69-C715-FA0A9A054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DFA95-1577-8AC0-E22A-7903A3BDC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B36068-583A-AFDF-AEA8-04AE769559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932EF-DEA2-6D12-9A09-8E7B04B73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F3C1A4FB-2F3D-8421-2333-B936CC753D78}"/>
              </a:ext>
            </a:extLst>
          </p:cNvPr>
          <p:cNvSpPr/>
          <p:nvPr/>
        </p:nvSpPr>
        <p:spPr>
          <a:xfrm>
            <a:off x="3650261" y="5355342"/>
            <a:ext cx="5086948" cy="405783"/>
          </a:xfrm>
          <a:custGeom>
            <a:avLst/>
            <a:gdLst>
              <a:gd name="csX0" fmla="*/ 0 w 5086948"/>
              <a:gd name="csY0" fmla="*/ 202892 h 405783"/>
              <a:gd name="csX1" fmla="*/ 202892 w 5086948"/>
              <a:gd name="csY1" fmla="*/ 0 h 405783"/>
              <a:gd name="csX2" fmla="*/ 202892 w 5086948"/>
              <a:gd name="csY2" fmla="*/ 101446 h 405783"/>
              <a:gd name="csX3" fmla="*/ 965253 w 5086948"/>
              <a:gd name="csY3" fmla="*/ 101446 h 405783"/>
              <a:gd name="csX4" fmla="*/ 1680803 w 5086948"/>
              <a:gd name="csY4" fmla="*/ 101446 h 405783"/>
              <a:gd name="csX5" fmla="*/ 2302729 w 5086948"/>
              <a:gd name="csY5" fmla="*/ 101446 h 405783"/>
              <a:gd name="csX6" fmla="*/ 3065090 w 5086948"/>
              <a:gd name="csY6" fmla="*/ 101446 h 405783"/>
              <a:gd name="csX7" fmla="*/ 3640205 w 5086948"/>
              <a:gd name="csY7" fmla="*/ 101446 h 405783"/>
              <a:gd name="csX8" fmla="*/ 4884057 w 5086948"/>
              <a:gd name="csY8" fmla="*/ 101446 h 405783"/>
              <a:gd name="csX9" fmla="*/ 4884057 w 5086948"/>
              <a:gd name="csY9" fmla="*/ 0 h 405783"/>
              <a:gd name="csX10" fmla="*/ 5086948 w 5086948"/>
              <a:gd name="csY10" fmla="*/ 202892 h 405783"/>
              <a:gd name="csX11" fmla="*/ 4884057 w 5086948"/>
              <a:gd name="csY11" fmla="*/ 405783 h 405783"/>
              <a:gd name="csX12" fmla="*/ 4884057 w 5086948"/>
              <a:gd name="csY12" fmla="*/ 304337 h 405783"/>
              <a:gd name="csX13" fmla="*/ 4121696 w 5086948"/>
              <a:gd name="csY13" fmla="*/ 304337 h 405783"/>
              <a:gd name="csX14" fmla="*/ 3406146 w 5086948"/>
              <a:gd name="csY14" fmla="*/ 304337 h 405783"/>
              <a:gd name="csX15" fmla="*/ 2690597 w 5086948"/>
              <a:gd name="csY15" fmla="*/ 304337 h 405783"/>
              <a:gd name="csX16" fmla="*/ 2162294 w 5086948"/>
              <a:gd name="csY16" fmla="*/ 304337 h 405783"/>
              <a:gd name="csX17" fmla="*/ 1587179 w 5086948"/>
              <a:gd name="csY17" fmla="*/ 304337 h 405783"/>
              <a:gd name="csX18" fmla="*/ 871630 w 5086948"/>
              <a:gd name="csY18" fmla="*/ 304337 h 405783"/>
              <a:gd name="csX19" fmla="*/ 202892 w 5086948"/>
              <a:gd name="csY19" fmla="*/ 304337 h 405783"/>
              <a:gd name="csX20" fmla="*/ 202892 w 5086948"/>
              <a:gd name="csY20" fmla="*/ 405783 h 405783"/>
              <a:gd name="csX21" fmla="*/ 0 w 5086948"/>
              <a:gd name="csY21" fmla="*/ 202892 h 405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5086948" h="405783" extrusionOk="0">
                <a:moveTo>
                  <a:pt x="0" y="202892"/>
                </a:moveTo>
                <a:cubicBezTo>
                  <a:pt x="48913" y="159815"/>
                  <a:pt x="115504" y="76972"/>
                  <a:pt x="202892" y="0"/>
                </a:cubicBezTo>
                <a:cubicBezTo>
                  <a:pt x="205610" y="25481"/>
                  <a:pt x="201114" y="64871"/>
                  <a:pt x="202892" y="101446"/>
                </a:cubicBezTo>
                <a:cubicBezTo>
                  <a:pt x="445163" y="68094"/>
                  <a:pt x="753258" y="111854"/>
                  <a:pt x="965253" y="101446"/>
                </a:cubicBezTo>
                <a:cubicBezTo>
                  <a:pt x="1177248" y="91038"/>
                  <a:pt x="1488251" y="105761"/>
                  <a:pt x="1680803" y="101446"/>
                </a:cubicBezTo>
                <a:cubicBezTo>
                  <a:pt x="1873355" y="97132"/>
                  <a:pt x="2125585" y="112514"/>
                  <a:pt x="2302729" y="101446"/>
                </a:cubicBezTo>
                <a:cubicBezTo>
                  <a:pt x="2479873" y="90378"/>
                  <a:pt x="2689667" y="118312"/>
                  <a:pt x="3065090" y="101446"/>
                </a:cubicBezTo>
                <a:cubicBezTo>
                  <a:pt x="3440513" y="84580"/>
                  <a:pt x="3363211" y="106946"/>
                  <a:pt x="3640205" y="101446"/>
                </a:cubicBezTo>
                <a:cubicBezTo>
                  <a:pt x="3917200" y="95946"/>
                  <a:pt x="4396884" y="125559"/>
                  <a:pt x="4884057" y="101446"/>
                </a:cubicBezTo>
                <a:cubicBezTo>
                  <a:pt x="4880737" y="61061"/>
                  <a:pt x="4879331" y="45257"/>
                  <a:pt x="4884057" y="0"/>
                </a:cubicBezTo>
                <a:cubicBezTo>
                  <a:pt x="4964512" y="64713"/>
                  <a:pt x="5015215" y="136309"/>
                  <a:pt x="5086948" y="202892"/>
                </a:cubicBezTo>
                <a:cubicBezTo>
                  <a:pt x="5027689" y="268652"/>
                  <a:pt x="4964317" y="313144"/>
                  <a:pt x="4884057" y="405783"/>
                </a:cubicBezTo>
                <a:cubicBezTo>
                  <a:pt x="4889071" y="357610"/>
                  <a:pt x="4883495" y="328608"/>
                  <a:pt x="4884057" y="304337"/>
                </a:cubicBezTo>
                <a:cubicBezTo>
                  <a:pt x="4696265" y="340519"/>
                  <a:pt x="4367452" y="329958"/>
                  <a:pt x="4121696" y="304337"/>
                </a:cubicBezTo>
                <a:cubicBezTo>
                  <a:pt x="3875940" y="278716"/>
                  <a:pt x="3649099" y="310971"/>
                  <a:pt x="3406146" y="304337"/>
                </a:cubicBezTo>
                <a:cubicBezTo>
                  <a:pt x="3163193" y="297704"/>
                  <a:pt x="2907886" y="323920"/>
                  <a:pt x="2690597" y="304337"/>
                </a:cubicBezTo>
                <a:cubicBezTo>
                  <a:pt x="2473308" y="284754"/>
                  <a:pt x="2387593" y="297193"/>
                  <a:pt x="2162294" y="304337"/>
                </a:cubicBezTo>
                <a:cubicBezTo>
                  <a:pt x="1936995" y="311481"/>
                  <a:pt x="1708631" y="298895"/>
                  <a:pt x="1587179" y="304337"/>
                </a:cubicBezTo>
                <a:cubicBezTo>
                  <a:pt x="1465728" y="309779"/>
                  <a:pt x="1187555" y="278615"/>
                  <a:pt x="871630" y="304337"/>
                </a:cubicBezTo>
                <a:cubicBezTo>
                  <a:pt x="555705" y="330059"/>
                  <a:pt x="444872" y="294793"/>
                  <a:pt x="202892" y="304337"/>
                </a:cubicBezTo>
                <a:cubicBezTo>
                  <a:pt x="202371" y="351438"/>
                  <a:pt x="205332" y="384280"/>
                  <a:pt x="202892" y="405783"/>
                </a:cubicBezTo>
                <a:cubicBezTo>
                  <a:pt x="145173" y="363080"/>
                  <a:pt x="47502" y="252668"/>
                  <a:pt x="0" y="202892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left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093F8E3-2EA3-A2F3-9F6D-0C392D572884}"/>
              </a:ext>
            </a:extLst>
          </p:cNvPr>
          <p:cNvSpPr/>
          <p:nvPr/>
        </p:nvSpPr>
        <p:spPr>
          <a:xfrm rot="7787443">
            <a:off x="2415913" y="2869172"/>
            <a:ext cx="3391262" cy="405783"/>
          </a:xfrm>
          <a:custGeom>
            <a:avLst/>
            <a:gdLst>
              <a:gd name="csX0" fmla="*/ 0 w 3391262"/>
              <a:gd name="csY0" fmla="*/ 202892 h 405783"/>
              <a:gd name="csX1" fmla="*/ 202892 w 3391262"/>
              <a:gd name="csY1" fmla="*/ 0 h 405783"/>
              <a:gd name="csX2" fmla="*/ 202892 w 3391262"/>
              <a:gd name="csY2" fmla="*/ 101446 h 405783"/>
              <a:gd name="csX3" fmla="*/ 859697 w 3391262"/>
              <a:gd name="csY3" fmla="*/ 101446 h 405783"/>
              <a:gd name="csX4" fmla="*/ 1486648 w 3391262"/>
              <a:gd name="csY4" fmla="*/ 101446 h 405783"/>
              <a:gd name="csX5" fmla="*/ 2053889 w 3391262"/>
              <a:gd name="csY5" fmla="*/ 101446 h 405783"/>
              <a:gd name="csX6" fmla="*/ 3188371 w 3391262"/>
              <a:gd name="csY6" fmla="*/ 101446 h 405783"/>
              <a:gd name="csX7" fmla="*/ 3188371 w 3391262"/>
              <a:gd name="csY7" fmla="*/ 0 h 405783"/>
              <a:gd name="csX8" fmla="*/ 3391262 w 3391262"/>
              <a:gd name="csY8" fmla="*/ 202892 h 405783"/>
              <a:gd name="csX9" fmla="*/ 3188371 w 3391262"/>
              <a:gd name="csY9" fmla="*/ 405783 h 405783"/>
              <a:gd name="csX10" fmla="*/ 3188371 w 3391262"/>
              <a:gd name="csY10" fmla="*/ 304337 h 405783"/>
              <a:gd name="csX11" fmla="*/ 2621130 w 3391262"/>
              <a:gd name="csY11" fmla="*/ 304337 h 405783"/>
              <a:gd name="csX12" fmla="*/ 2024034 w 3391262"/>
              <a:gd name="csY12" fmla="*/ 304337 h 405783"/>
              <a:gd name="csX13" fmla="*/ 1397084 w 3391262"/>
              <a:gd name="csY13" fmla="*/ 304337 h 405783"/>
              <a:gd name="csX14" fmla="*/ 770133 w 3391262"/>
              <a:gd name="csY14" fmla="*/ 304337 h 405783"/>
              <a:gd name="csX15" fmla="*/ 202892 w 3391262"/>
              <a:gd name="csY15" fmla="*/ 304337 h 405783"/>
              <a:gd name="csX16" fmla="*/ 202892 w 3391262"/>
              <a:gd name="csY16" fmla="*/ 405783 h 405783"/>
              <a:gd name="csX17" fmla="*/ 0 w 3391262"/>
              <a:gd name="csY17" fmla="*/ 202892 h 405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391262" h="405783" extrusionOk="0">
                <a:moveTo>
                  <a:pt x="0" y="202892"/>
                </a:moveTo>
                <a:cubicBezTo>
                  <a:pt x="48913" y="159815"/>
                  <a:pt x="115504" y="76972"/>
                  <a:pt x="202892" y="0"/>
                </a:cubicBezTo>
                <a:cubicBezTo>
                  <a:pt x="205610" y="25481"/>
                  <a:pt x="201114" y="64871"/>
                  <a:pt x="202892" y="101446"/>
                </a:cubicBezTo>
                <a:cubicBezTo>
                  <a:pt x="494717" y="107238"/>
                  <a:pt x="580813" y="74207"/>
                  <a:pt x="859697" y="101446"/>
                </a:cubicBezTo>
                <a:cubicBezTo>
                  <a:pt x="1138582" y="128685"/>
                  <a:pt x="1254199" y="90571"/>
                  <a:pt x="1486648" y="101446"/>
                </a:cubicBezTo>
                <a:cubicBezTo>
                  <a:pt x="1719097" y="112321"/>
                  <a:pt x="1834180" y="124246"/>
                  <a:pt x="2053889" y="101446"/>
                </a:cubicBezTo>
                <a:cubicBezTo>
                  <a:pt x="2273598" y="78646"/>
                  <a:pt x="2636085" y="130066"/>
                  <a:pt x="3188371" y="101446"/>
                </a:cubicBezTo>
                <a:cubicBezTo>
                  <a:pt x="3188029" y="55121"/>
                  <a:pt x="3186065" y="49408"/>
                  <a:pt x="3188371" y="0"/>
                </a:cubicBezTo>
                <a:cubicBezTo>
                  <a:pt x="3238484" y="33880"/>
                  <a:pt x="3303634" y="111343"/>
                  <a:pt x="3391262" y="202892"/>
                </a:cubicBezTo>
                <a:cubicBezTo>
                  <a:pt x="3342764" y="262905"/>
                  <a:pt x="3273232" y="325582"/>
                  <a:pt x="3188371" y="405783"/>
                </a:cubicBezTo>
                <a:cubicBezTo>
                  <a:pt x="3188776" y="366519"/>
                  <a:pt x="3187623" y="348533"/>
                  <a:pt x="3188371" y="304337"/>
                </a:cubicBezTo>
                <a:cubicBezTo>
                  <a:pt x="3072757" y="292468"/>
                  <a:pt x="2901063" y="312631"/>
                  <a:pt x="2621130" y="304337"/>
                </a:cubicBezTo>
                <a:cubicBezTo>
                  <a:pt x="2341197" y="296043"/>
                  <a:pt x="2316725" y="287302"/>
                  <a:pt x="2024034" y="304337"/>
                </a:cubicBezTo>
                <a:cubicBezTo>
                  <a:pt x="1731343" y="321372"/>
                  <a:pt x="1540644" y="316826"/>
                  <a:pt x="1397084" y="304337"/>
                </a:cubicBezTo>
                <a:cubicBezTo>
                  <a:pt x="1253524" y="291849"/>
                  <a:pt x="1009450" y="329426"/>
                  <a:pt x="770133" y="304337"/>
                </a:cubicBezTo>
                <a:cubicBezTo>
                  <a:pt x="530816" y="279248"/>
                  <a:pt x="432662" y="327452"/>
                  <a:pt x="202892" y="304337"/>
                </a:cubicBezTo>
                <a:cubicBezTo>
                  <a:pt x="201119" y="329179"/>
                  <a:pt x="206957" y="365783"/>
                  <a:pt x="202892" y="405783"/>
                </a:cubicBezTo>
                <a:cubicBezTo>
                  <a:pt x="128011" y="332369"/>
                  <a:pt x="88303" y="300491"/>
                  <a:pt x="0" y="202892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left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54AC9FD5-EDD0-3085-BD81-717E3A6150D6}"/>
              </a:ext>
            </a:extLst>
          </p:cNvPr>
          <p:cNvSpPr/>
          <p:nvPr/>
        </p:nvSpPr>
        <p:spPr>
          <a:xfrm rot="3073351">
            <a:off x="6434948" y="2885380"/>
            <a:ext cx="3391262" cy="405783"/>
          </a:xfrm>
          <a:custGeom>
            <a:avLst/>
            <a:gdLst>
              <a:gd name="csX0" fmla="*/ 0 w 3391262"/>
              <a:gd name="csY0" fmla="*/ 202892 h 405783"/>
              <a:gd name="csX1" fmla="*/ 202892 w 3391262"/>
              <a:gd name="csY1" fmla="*/ 0 h 405783"/>
              <a:gd name="csX2" fmla="*/ 202892 w 3391262"/>
              <a:gd name="csY2" fmla="*/ 101446 h 405783"/>
              <a:gd name="csX3" fmla="*/ 859697 w 3391262"/>
              <a:gd name="csY3" fmla="*/ 101446 h 405783"/>
              <a:gd name="csX4" fmla="*/ 1486648 w 3391262"/>
              <a:gd name="csY4" fmla="*/ 101446 h 405783"/>
              <a:gd name="csX5" fmla="*/ 2053889 w 3391262"/>
              <a:gd name="csY5" fmla="*/ 101446 h 405783"/>
              <a:gd name="csX6" fmla="*/ 3188371 w 3391262"/>
              <a:gd name="csY6" fmla="*/ 101446 h 405783"/>
              <a:gd name="csX7" fmla="*/ 3188371 w 3391262"/>
              <a:gd name="csY7" fmla="*/ 0 h 405783"/>
              <a:gd name="csX8" fmla="*/ 3391262 w 3391262"/>
              <a:gd name="csY8" fmla="*/ 202892 h 405783"/>
              <a:gd name="csX9" fmla="*/ 3188371 w 3391262"/>
              <a:gd name="csY9" fmla="*/ 405783 h 405783"/>
              <a:gd name="csX10" fmla="*/ 3188371 w 3391262"/>
              <a:gd name="csY10" fmla="*/ 304337 h 405783"/>
              <a:gd name="csX11" fmla="*/ 2621130 w 3391262"/>
              <a:gd name="csY11" fmla="*/ 304337 h 405783"/>
              <a:gd name="csX12" fmla="*/ 2024034 w 3391262"/>
              <a:gd name="csY12" fmla="*/ 304337 h 405783"/>
              <a:gd name="csX13" fmla="*/ 1397084 w 3391262"/>
              <a:gd name="csY13" fmla="*/ 304337 h 405783"/>
              <a:gd name="csX14" fmla="*/ 770133 w 3391262"/>
              <a:gd name="csY14" fmla="*/ 304337 h 405783"/>
              <a:gd name="csX15" fmla="*/ 202892 w 3391262"/>
              <a:gd name="csY15" fmla="*/ 304337 h 405783"/>
              <a:gd name="csX16" fmla="*/ 202892 w 3391262"/>
              <a:gd name="csY16" fmla="*/ 405783 h 405783"/>
              <a:gd name="csX17" fmla="*/ 0 w 3391262"/>
              <a:gd name="csY17" fmla="*/ 202892 h 405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391262" h="405783" extrusionOk="0">
                <a:moveTo>
                  <a:pt x="0" y="202892"/>
                </a:moveTo>
                <a:cubicBezTo>
                  <a:pt x="48913" y="159815"/>
                  <a:pt x="115504" y="76972"/>
                  <a:pt x="202892" y="0"/>
                </a:cubicBezTo>
                <a:cubicBezTo>
                  <a:pt x="205610" y="25481"/>
                  <a:pt x="201114" y="64871"/>
                  <a:pt x="202892" y="101446"/>
                </a:cubicBezTo>
                <a:cubicBezTo>
                  <a:pt x="494717" y="107238"/>
                  <a:pt x="580813" y="74207"/>
                  <a:pt x="859697" y="101446"/>
                </a:cubicBezTo>
                <a:cubicBezTo>
                  <a:pt x="1138582" y="128685"/>
                  <a:pt x="1254199" y="90571"/>
                  <a:pt x="1486648" y="101446"/>
                </a:cubicBezTo>
                <a:cubicBezTo>
                  <a:pt x="1719097" y="112321"/>
                  <a:pt x="1834180" y="124246"/>
                  <a:pt x="2053889" y="101446"/>
                </a:cubicBezTo>
                <a:cubicBezTo>
                  <a:pt x="2273598" y="78646"/>
                  <a:pt x="2636085" y="130066"/>
                  <a:pt x="3188371" y="101446"/>
                </a:cubicBezTo>
                <a:cubicBezTo>
                  <a:pt x="3188029" y="55121"/>
                  <a:pt x="3186065" y="49408"/>
                  <a:pt x="3188371" y="0"/>
                </a:cubicBezTo>
                <a:cubicBezTo>
                  <a:pt x="3238484" y="33880"/>
                  <a:pt x="3303634" y="111343"/>
                  <a:pt x="3391262" y="202892"/>
                </a:cubicBezTo>
                <a:cubicBezTo>
                  <a:pt x="3342764" y="262905"/>
                  <a:pt x="3273232" y="325582"/>
                  <a:pt x="3188371" y="405783"/>
                </a:cubicBezTo>
                <a:cubicBezTo>
                  <a:pt x="3188776" y="366519"/>
                  <a:pt x="3187623" y="348533"/>
                  <a:pt x="3188371" y="304337"/>
                </a:cubicBezTo>
                <a:cubicBezTo>
                  <a:pt x="3072757" y="292468"/>
                  <a:pt x="2901063" y="312631"/>
                  <a:pt x="2621130" y="304337"/>
                </a:cubicBezTo>
                <a:cubicBezTo>
                  <a:pt x="2341197" y="296043"/>
                  <a:pt x="2316725" y="287302"/>
                  <a:pt x="2024034" y="304337"/>
                </a:cubicBezTo>
                <a:cubicBezTo>
                  <a:pt x="1731343" y="321372"/>
                  <a:pt x="1540644" y="316826"/>
                  <a:pt x="1397084" y="304337"/>
                </a:cubicBezTo>
                <a:cubicBezTo>
                  <a:pt x="1253524" y="291849"/>
                  <a:pt x="1009450" y="329426"/>
                  <a:pt x="770133" y="304337"/>
                </a:cubicBezTo>
                <a:cubicBezTo>
                  <a:pt x="530816" y="279248"/>
                  <a:pt x="432662" y="327452"/>
                  <a:pt x="202892" y="304337"/>
                </a:cubicBezTo>
                <a:cubicBezTo>
                  <a:pt x="201119" y="329179"/>
                  <a:pt x="206957" y="365783"/>
                  <a:pt x="202892" y="405783"/>
                </a:cubicBezTo>
                <a:cubicBezTo>
                  <a:pt x="128011" y="332369"/>
                  <a:pt x="88303" y="300491"/>
                  <a:pt x="0" y="202892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leftRightArrow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9042DE-A903-6257-EAF1-EA1BF3C96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185" y="4730445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535009-D00D-2464-8340-B00764A947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502" y="1968278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BB47DA-7241-52A1-BEFB-928658F59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803" y="1865342"/>
            <a:ext cx="640695" cy="97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68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E7F1-734A-81B6-B057-888D5174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F019C-6345-356D-6316-B6830600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AF8D4-2033-0FE9-9FE2-6298876F1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C5CD15-AFC6-77B2-544F-AD7863E010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trzałka: w prawo 24">
            <a:extLst>
              <a:ext uri="{FF2B5EF4-FFF2-40B4-BE49-F238E27FC236}">
                <a16:creationId xmlns:a16="http://schemas.microsoft.com/office/drawing/2014/main" id="{6B5CDDBE-9E9F-6A4E-BAF5-1CEA60ABA6FE}"/>
              </a:ext>
            </a:extLst>
          </p:cNvPr>
          <p:cNvSpPr/>
          <p:nvPr/>
        </p:nvSpPr>
        <p:spPr>
          <a:xfrm rot="19874416">
            <a:off x="3655857" y="4723913"/>
            <a:ext cx="982974" cy="275277"/>
          </a:xfrm>
          <a:custGeom>
            <a:avLst/>
            <a:gdLst>
              <a:gd name="csX0" fmla="*/ 0 w 982974"/>
              <a:gd name="csY0" fmla="*/ 68819 h 275277"/>
              <a:gd name="csX1" fmla="*/ 417137 w 982974"/>
              <a:gd name="csY1" fmla="*/ 68819 h 275277"/>
              <a:gd name="csX2" fmla="*/ 817915 w 982974"/>
              <a:gd name="csY2" fmla="*/ 68819 h 275277"/>
              <a:gd name="csX3" fmla="*/ 817915 w 982974"/>
              <a:gd name="csY3" fmla="*/ 0 h 275277"/>
              <a:gd name="csX4" fmla="*/ 982974 w 982974"/>
              <a:gd name="csY4" fmla="*/ 137639 h 275277"/>
              <a:gd name="csX5" fmla="*/ 817915 w 982974"/>
              <a:gd name="csY5" fmla="*/ 275277 h 275277"/>
              <a:gd name="csX6" fmla="*/ 817915 w 982974"/>
              <a:gd name="csY6" fmla="*/ 206458 h 275277"/>
              <a:gd name="csX7" fmla="*/ 408958 w 982974"/>
              <a:gd name="csY7" fmla="*/ 206458 h 275277"/>
              <a:gd name="csX8" fmla="*/ 0 w 982974"/>
              <a:gd name="csY8" fmla="*/ 206458 h 275277"/>
              <a:gd name="csX9" fmla="*/ 0 w 982974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2974" h="275277" fill="none" extrusionOk="0">
                <a:moveTo>
                  <a:pt x="0" y="68819"/>
                </a:moveTo>
                <a:cubicBezTo>
                  <a:pt x="132361" y="85569"/>
                  <a:pt x="272847" y="75832"/>
                  <a:pt x="417137" y="68819"/>
                </a:cubicBezTo>
                <a:cubicBezTo>
                  <a:pt x="561427" y="61806"/>
                  <a:pt x="631370" y="59150"/>
                  <a:pt x="817915" y="68819"/>
                </a:cubicBezTo>
                <a:cubicBezTo>
                  <a:pt x="815483" y="54830"/>
                  <a:pt x="817106" y="22624"/>
                  <a:pt x="817915" y="0"/>
                </a:cubicBezTo>
                <a:cubicBezTo>
                  <a:pt x="891652" y="58304"/>
                  <a:pt x="937870" y="93031"/>
                  <a:pt x="982974" y="137639"/>
                </a:cubicBezTo>
                <a:cubicBezTo>
                  <a:pt x="908679" y="199531"/>
                  <a:pt x="887336" y="221770"/>
                  <a:pt x="817915" y="275277"/>
                </a:cubicBezTo>
                <a:cubicBezTo>
                  <a:pt x="818380" y="241453"/>
                  <a:pt x="817186" y="225688"/>
                  <a:pt x="817915" y="206458"/>
                </a:cubicBezTo>
                <a:cubicBezTo>
                  <a:pt x="718404" y="208350"/>
                  <a:pt x="536037" y="220892"/>
                  <a:pt x="408958" y="206458"/>
                </a:cubicBezTo>
                <a:cubicBezTo>
                  <a:pt x="281879" y="192024"/>
                  <a:pt x="99174" y="186884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982974" h="275277" stroke="0" extrusionOk="0">
                <a:moveTo>
                  <a:pt x="0" y="68819"/>
                </a:moveTo>
                <a:cubicBezTo>
                  <a:pt x="156432" y="87225"/>
                  <a:pt x="311611" y="65319"/>
                  <a:pt x="400778" y="68819"/>
                </a:cubicBezTo>
                <a:cubicBezTo>
                  <a:pt x="489945" y="72319"/>
                  <a:pt x="713398" y="86387"/>
                  <a:pt x="817915" y="68819"/>
                </a:cubicBezTo>
                <a:cubicBezTo>
                  <a:pt x="816633" y="44700"/>
                  <a:pt x="816143" y="30107"/>
                  <a:pt x="817915" y="0"/>
                </a:cubicBezTo>
                <a:cubicBezTo>
                  <a:pt x="895916" y="63849"/>
                  <a:pt x="901596" y="69614"/>
                  <a:pt x="982974" y="137639"/>
                </a:cubicBezTo>
                <a:cubicBezTo>
                  <a:pt x="915378" y="182492"/>
                  <a:pt x="866566" y="237952"/>
                  <a:pt x="817915" y="275277"/>
                </a:cubicBezTo>
                <a:cubicBezTo>
                  <a:pt x="820335" y="244273"/>
                  <a:pt x="816015" y="229265"/>
                  <a:pt x="817915" y="206458"/>
                </a:cubicBezTo>
                <a:cubicBezTo>
                  <a:pt x="702854" y="223883"/>
                  <a:pt x="543636" y="193440"/>
                  <a:pt x="425316" y="206458"/>
                </a:cubicBezTo>
                <a:cubicBezTo>
                  <a:pt x="306996" y="219476"/>
                  <a:pt x="110847" y="203424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rzałka: w prawo 24">
            <a:extLst>
              <a:ext uri="{FF2B5EF4-FFF2-40B4-BE49-F238E27FC236}">
                <a16:creationId xmlns:a16="http://schemas.microsoft.com/office/drawing/2014/main" id="{F68BF04B-5296-8E96-AD9C-D7ECFE4880DD}"/>
              </a:ext>
            </a:extLst>
          </p:cNvPr>
          <p:cNvSpPr/>
          <p:nvPr/>
        </p:nvSpPr>
        <p:spPr>
          <a:xfrm rot="12337382">
            <a:off x="7743046" y="4671668"/>
            <a:ext cx="982974" cy="275277"/>
          </a:xfrm>
          <a:custGeom>
            <a:avLst/>
            <a:gdLst>
              <a:gd name="csX0" fmla="*/ 0 w 982974"/>
              <a:gd name="csY0" fmla="*/ 68819 h 275277"/>
              <a:gd name="csX1" fmla="*/ 417137 w 982974"/>
              <a:gd name="csY1" fmla="*/ 68819 h 275277"/>
              <a:gd name="csX2" fmla="*/ 817915 w 982974"/>
              <a:gd name="csY2" fmla="*/ 68819 h 275277"/>
              <a:gd name="csX3" fmla="*/ 817915 w 982974"/>
              <a:gd name="csY3" fmla="*/ 0 h 275277"/>
              <a:gd name="csX4" fmla="*/ 982974 w 982974"/>
              <a:gd name="csY4" fmla="*/ 137639 h 275277"/>
              <a:gd name="csX5" fmla="*/ 817915 w 982974"/>
              <a:gd name="csY5" fmla="*/ 275277 h 275277"/>
              <a:gd name="csX6" fmla="*/ 817915 w 982974"/>
              <a:gd name="csY6" fmla="*/ 206458 h 275277"/>
              <a:gd name="csX7" fmla="*/ 408958 w 982974"/>
              <a:gd name="csY7" fmla="*/ 206458 h 275277"/>
              <a:gd name="csX8" fmla="*/ 0 w 982974"/>
              <a:gd name="csY8" fmla="*/ 206458 h 275277"/>
              <a:gd name="csX9" fmla="*/ 0 w 982974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2974" h="275277" fill="none" extrusionOk="0">
                <a:moveTo>
                  <a:pt x="0" y="68819"/>
                </a:moveTo>
                <a:cubicBezTo>
                  <a:pt x="132361" y="85569"/>
                  <a:pt x="272847" y="75832"/>
                  <a:pt x="417137" y="68819"/>
                </a:cubicBezTo>
                <a:cubicBezTo>
                  <a:pt x="561427" y="61806"/>
                  <a:pt x="631370" y="59150"/>
                  <a:pt x="817915" y="68819"/>
                </a:cubicBezTo>
                <a:cubicBezTo>
                  <a:pt x="815483" y="54830"/>
                  <a:pt x="817106" y="22624"/>
                  <a:pt x="817915" y="0"/>
                </a:cubicBezTo>
                <a:cubicBezTo>
                  <a:pt x="891652" y="58304"/>
                  <a:pt x="937870" y="93031"/>
                  <a:pt x="982974" y="137639"/>
                </a:cubicBezTo>
                <a:cubicBezTo>
                  <a:pt x="908679" y="199531"/>
                  <a:pt x="887336" y="221770"/>
                  <a:pt x="817915" y="275277"/>
                </a:cubicBezTo>
                <a:cubicBezTo>
                  <a:pt x="818380" y="241453"/>
                  <a:pt x="817186" y="225688"/>
                  <a:pt x="817915" y="206458"/>
                </a:cubicBezTo>
                <a:cubicBezTo>
                  <a:pt x="718404" y="208350"/>
                  <a:pt x="536037" y="220892"/>
                  <a:pt x="408958" y="206458"/>
                </a:cubicBezTo>
                <a:cubicBezTo>
                  <a:pt x="281879" y="192024"/>
                  <a:pt x="99174" y="186884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982974" h="275277" stroke="0" extrusionOk="0">
                <a:moveTo>
                  <a:pt x="0" y="68819"/>
                </a:moveTo>
                <a:cubicBezTo>
                  <a:pt x="156432" y="87225"/>
                  <a:pt x="311611" y="65319"/>
                  <a:pt x="400778" y="68819"/>
                </a:cubicBezTo>
                <a:cubicBezTo>
                  <a:pt x="489945" y="72319"/>
                  <a:pt x="713398" y="86387"/>
                  <a:pt x="817915" y="68819"/>
                </a:cubicBezTo>
                <a:cubicBezTo>
                  <a:pt x="816633" y="44700"/>
                  <a:pt x="816143" y="30107"/>
                  <a:pt x="817915" y="0"/>
                </a:cubicBezTo>
                <a:cubicBezTo>
                  <a:pt x="895916" y="63849"/>
                  <a:pt x="901596" y="69614"/>
                  <a:pt x="982974" y="137639"/>
                </a:cubicBezTo>
                <a:cubicBezTo>
                  <a:pt x="915378" y="182492"/>
                  <a:pt x="866566" y="237952"/>
                  <a:pt x="817915" y="275277"/>
                </a:cubicBezTo>
                <a:cubicBezTo>
                  <a:pt x="820335" y="244273"/>
                  <a:pt x="816015" y="229265"/>
                  <a:pt x="817915" y="206458"/>
                </a:cubicBezTo>
                <a:cubicBezTo>
                  <a:pt x="702854" y="223883"/>
                  <a:pt x="543636" y="193440"/>
                  <a:pt x="425316" y="206458"/>
                </a:cubicBezTo>
                <a:cubicBezTo>
                  <a:pt x="306996" y="219476"/>
                  <a:pt x="110847" y="203424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0E205F-7EEF-9376-6274-5B919BD10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15" name="Strzałka: w prawo 24">
            <a:extLst>
              <a:ext uri="{FF2B5EF4-FFF2-40B4-BE49-F238E27FC236}">
                <a16:creationId xmlns:a16="http://schemas.microsoft.com/office/drawing/2014/main" id="{F92119C2-B389-43FB-5654-0485BC05F2C3}"/>
              </a:ext>
            </a:extLst>
          </p:cNvPr>
          <p:cNvSpPr/>
          <p:nvPr/>
        </p:nvSpPr>
        <p:spPr>
          <a:xfrm rot="5400000">
            <a:off x="5552779" y="1941219"/>
            <a:ext cx="509986" cy="275277"/>
          </a:xfrm>
          <a:custGeom>
            <a:avLst/>
            <a:gdLst>
              <a:gd name="csX0" fmla="*/ 0 w 509986"/>
              <a:gd name="csY0" fmla="*/ 68819 h 275277"/>
              <a:gd name="csX1" fmla="*/ 344927 w 509986"/>
              <a:gd name="csY1" fmla="*/ 68819 h 275277"/>
              <a:gd name="csX2" fmla="*/ 344927 w 509986"/>
              <a:gd name="csY2" fmla="*/ 0 h 275277"/>
              <a:gd name="csX3" fmla="*/ 509986 w 509986"/>
              <a:gd name="csY3" fmla="*/ 137639 h 275277"/>
              <a:gd name="csX4" fmla="*/ 344927 w 509986"/>
              <a:gd name="csY4" fmla="*/ 275277 h 275277"/>
              <a:gd name="csX5" fmla="*/ 344927 w 509986"/>
              <a:gd name="csY5" fmla="*/ 206458 h 275277"/>
              <a:gd name="csX6" fmla="*/ 0 w 509986"/>
              <a:gd name="csY6" fmla="*/ 206458 h 275277"/>
              <a:gd name="csX7" fmla="*/ 0 w 509986"/>
              <a:gd name="csY7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09986" h="275277" fill="none" extrusionOk="0">
                <a:moveTo>
                  <a:pt x="0" y="68819"/>
                </a:moveTo>
                <a:cubicBezTo>
                  <a:pt x="92397" y="52823"/>
                  <a:pt x="190285" y="77970"/>
                  <a:pt x="344927" y="68819"/>
                </a:cubicBezTo>
                <a:cubicBezTo>
                  <a:pt x="344295" y="48640"/>
                  <a:pt x="341973" y="22604"/>
                  <a:pt x="344927" y="0"/>
                </a:cubicBezTo>
                <a:cubicBezTo>
                  <a:pt x="400440" y="38446"/>
                  <a:pt x="444829" y="84218"/>
                  <a:pt x="509986" y="137639"/>
                </a:cubicBezTo>
                <a:cubicBezTo>
                  <a:pt x="457632" y="186741"/>
                  <a:pt x="415761" y="216559"/>
                  <a:pt x="344927" y="275277"/>
                </a:cubicBezTo>
                <a:cubicBezTo>
                  <a:pt x="341926" y="253302"/>
                  <a:pt x="346850" y="240766"/>
                  <a:pt x="344927" y="206458"/>
                </a:cubicBezTo>
                <a:cubicBezTo>
                  <a:pt x="227945" y="196180"/>
                  <a:pt x="155319" y="201023"/>
                  <a:pt x="0" y="206458"/>
                </a:cubicBezTo>
                <a:cubicBezTo>
                  <a:pt x="6150" y="172156"/>
                  <a:pt x="-735" y="131316"/>
                  <a:pt x="0" y="68819"/>
                </a:cubicBezTo>
                <a:close/>
              </a:path>
              <a:path w="509986" h="275277" stroke="0" extrusionOk="0">
                <a:moveTo>
                  <a:pt x="0" y="68819"/>
                </a:moveTo>
                <a:cubicBezTo>
                  <a:pt x="170122" y="80740"/>
                  <a:pt x="208831" y="52994"/>
                  <a:pt x="344927" y="68819"/>
                </a:cubicBezTo>
                <a:cubicBezTo>
                  <a:pt x="345331" y="49413"/>
                  <a:pt x="343397" y="18758"/>
                  <a:pt x="344927" y="0"/>
                </a:cubicBezTo>
                <a:cubicBezTo>
                  <a:pt x="393257" y="54140"/>
                  <a:pt x="470787" y="96954"/>
                  <a:pt x="509986" y="137639"/>
                </a:cubicBezTo>
                <a:cubicBezTo>
                  <a:pt x="467828" y="168705"/>
                  <a:pt x="411122" y="209869"/>
                  <a:pt x="344927" y="275277"/>
                </a:cubicBezTo>
                <a:cubicBezTo>
                  <a:pt x="341662" y="257591"/>
                  <a:pt x="344603" y="238324"/>
                  <a:pt x="344927" y="206458"/>
                </a:cubicBezTo>
                <a:cubicBezTo>
                  <a:pt x="249170" y="195245"/>
                  <a:pt x="133970" y="218634"/>
                  <a:pt x="0" y="206458"/>
                </a:cubicBezTo>
                <a:cubicBezTo>
                  <a:pt x="-6398" y="153359"/>
                  <a:pt x="-6094" y="134483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483D8C-2190-4B4A-F647-BC475F44A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F8521D-2ADD-BA36-3F40-C4D97F232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773" y="3333913"/>
            <a:ext cx="1243118" cy="12431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4603A1-5BF5-4F64-31FD-DCF695021C4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91" y="3620133"/>
            <a:ext cx="1243118" cy="12431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55A567-BF61-CC4D-61C1-55FC2E1DEDC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139" y="922899"/>
            <a:ext cx="1243118" cy="12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9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63C4-56A1-EB26-4618-07D66431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9EEB0-A8B8-73FB-3C02-CCA70409B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88FE2C-CAF1-45FD-6F00-3A7766A8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3200D4-AD5B-880F-C9CD-F3F993490F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759C7B-8C38-2DDA-7B07-96C8627CF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2AC500EE-9890-0526-9DA0-3FA274351E45}"/>
              </a:ext>
            </a:extLst>
          </p:cNvPr>
          <p:cNvSpPr/>
          <p:nvPr/>
        </p:nvSpPr>
        <p:spPr>
          <a:xfrm>
            <a:off x="3760986" y="5328271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F8ADB6DA-79F7-5F3F-F828-41C4EDED7531}"/>
              </a:ext>
            </a:extLst>
          </p:cNvPr>
          <p:cNvSpPr/>
          <p:nvPr/>
        </p:nvSpPr>
        <p:spPr>
          <a:xfrm rot="13920591">
            <a:off x="6419607" y="2904616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B20F64-8D14-095C-0654-AFC888FD9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30850D-88AD-5DF6-1380-670A73DB8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502" y="1968278"/>
            <a:ext cx="640695" cy="976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4726D0-8CA7-C067-D750-4D751FFF6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185" y="4730445"/>
            <a:ext cx="640695" cy="97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5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E5756-0390-6253-361B-8CD0F312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1356ACA-D97F-DFCA-DBDB-DB24CCB9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C392ED-5812-CF94-07AC-908EA2C85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D7E15C-C065-0D49-2BCB-DEE0153B1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82B048-AEB0-2FE8-5015-0CE7B98C25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88CDBC-A49A-DC44-5EBA-6A68B40CE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6ED6DADF-22A4-DFA3-9BF3-FACD17356FC6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40B90E9C-3EC2-BE38-618F-C711B269BA85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61B39E-45CC-A02D-1285-D9A825577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0E247ACB-A42C-8A06-586F-66E19C54D7F5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17A9CD07-719D-B215-5A6C-8826EBC55301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E496B9-797C-BE80-98EF-F16B3A5BA8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2431" y="4011869"/>
            <a:ext cx="640695" cy="97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64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7ECA-F5A4-3573-08C2-C458DF1A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28F0D3-D26C-D078-7B0E-6386619D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08D4CE-D834-CF07-0FF3-A767AFDEC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10FCFC1-16EE-69E2-8293-D26B0BE31A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8F1EA-F001-B878-DD66-FBE4BC4B2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F373757F-45FA-7B4D-149F-9CBBEE3E2069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276B8AC4-438A-FAFF-CF0C-C0723BDB2605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24655A-24A2-AC05-5702-11476FB57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FF7A6E27-B1C2-84F6-C4CB-8AADA31202A7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22BF6C59-F66B-3852-B3F5-FFD9EA178BDB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02F5CD-61E1-E7ED-B85F-DC1686545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872A04-603A-665B-C627-C62A19E3BA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508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DDDB-E195-6053-0F76-46C6E1EA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039B1A90-3206-3663-EF31-E796387D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B9D5EA-063C-7DD1-0B3D-F68C98A1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FFA7A6-A766-4EA3-3C6D-90F9ACA36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87E706A-9951-80C2-1152-4BFACA1E19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B25176-0E97-B385-9E58-BA1C7757C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1AEA4274-CF7F-B4F7-1385-A3BD85ADDA18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B9DCFF25-1348-C783-7430-D87A7A621147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DEF0AE-A826-5665-3286-F9BAE7046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74424010-071A-7E44-D9D7-A0961E39D533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13CB8ABA-4490-E8BB-B772-F0C93B694A6C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AF8AD7-3C4D-D2EE-1A34-1C0200B2DC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0312ABB-4F92-9DD9-75FD-F09E32B588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64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1116-3BA1-147C-C468-1BFA34B67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F37CF-F3D5-869B-88D2-311F5C0ED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394931-3D86-8832-EF7C-3C8076B8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3FC36A-4C3B-E0DB-5BC5-2FFFD4D325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22A525-1DD3-9F6A-A6E8-663CC6990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BF9F12B2-45EB-9264-F8D9-3B044C4C8128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618A9192-93F5-E222-1DB0-13F79B0F8B41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6D5138-B217-340E-5B61-85940C49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8301EDE1-D3DC-94DF-89F3-D832FBE187B9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7A7196BB-FBAE-26B7-DAF6-8920F76D87AC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FF5303-8A90-E66B-29B3-FC00DE07D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A30DFC-2D61-5704-800E-D9C44DEB2A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640EB6-7FE9-50FE-6484-BEBA2BBAD0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C43383-E559-B588-C198-B93C388251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1713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F7F76-5A01-4C30-2DA3-6E3124730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6ADCD2-C55A-A693-833D-A209B84CE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3399A-251B-C92E-E031-A6ACDAFCB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F62E2A-203C-F36C-C20C-90FF1CA572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7A1288-B2F0-21CC-6EFF-0250ADE0F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E7D4BAD2-AA9B-8457-5852-7282D711F529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5C307B9C-0EF2-3C5D-8C59-9BE553B842C5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77C6D4-DE83-481E-664D-264B71FD4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1640FFFF-9141-B627-9F20-69C49906A4AC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1642E7-40A9-E274-CFA8-12C8BD3A6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924" y="4011869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621160-B071-9658-54B5-E3C4E16665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sp>
        <p:nvSpPr>
          <p:cNvPr id="14" name="Strzałka: w prawo 10">
            <a:extLst>
              <a:ext uri="{FF2B5EF4-FFF2-40B4-BE49-F238E27FC236}">
                <a16:creationId xmlns:a16="http://schemas.microsoft.com/office/drawing/2014/main" id="{718A1062-200C-EF90-E5EF-2745FE8C7201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4EF6CF-160D-739E-2BD4-5B3CE04CB3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D42EF3-EBBE-AE42-6B94-4DE0AAE6EB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8D8368-03E7-E9DB-2B9A-229B148F58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8611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F3FC7-3653-E5B4-EA9A-F2578C68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75477F-F398-1ED2-30FA-CE2BF9F9C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8E2499-CE89-6352-FDAF-1545B53B0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A1E340C-6990-9E7C-7802-AD3EF05F4B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3FDC8D-6A02-63EF-52E5-5AEED0596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24CAAB3E-2CA6-7E20-EF89-84B8F55635EB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9DE331FD-E6E7-CD2D-2F78-BC13413A4F29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355E14-6769-0BB3-C722-5878E8964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3CD00F60-2AA3-7337-50C4-0122E7069FB6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F3DDE8-9CDC-73FD-B6F7-146A3FB33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7548CF-4667-E263-5820-904D962F92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sp>
        <p:nvSpPr>
          <p:cNvPr id="14" name="Strzałka: w prawo 10">
            <a:extLst>
              <a:ext uri="{FF2B5EF4-FFF2-40B4-BE49-F238E27FC236}">
                <a16:creationId xmlns:a16="http://schemas.microsoft.com/office/drawing/2014/main" id="{FADFAD44-52CA-E6E3-AA87-6B4D0AFC3840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38E762-FAB9-682D-ABA3-A6C4F62D7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AE02B2-9253-81E6-A5BF-B329F7E687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996BA4-7475-3475-9A3C-2052A3262C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1196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ABCED-6CAF-C265-02D7-3F4C5F04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DC0D9-316F-4327-CDE3-19E0140D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FCB38-CFDE-9982-1AF2-A31C985AD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1AE3A7-C4B4-7F6D-FA98-729D7D4813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E64FA7-5F6B-DE8B-8E56-220DB5FE9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C1E3495A-5B77-84E4-FD7C-1F95CA1A74A3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64FBA05B-4092-4B3C-CE8C-37ACB1A7C5DA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E386A0-7EEA-F6A6-2142-25451A73F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7251E6BF-38C9-A4F9-9E5C-3EF3E22F5B78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5D20460F-BBF2-5747-31DD-B9EDA5FD998D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748160-682C-9E59-1662-FDBA54BBA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056F51-D0FE-A824-BC9E-CF3222E545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1E6DAA-10DB-F178-F56E-4EB723884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0FD5D4-DE73-5069-D21B-E04BD6260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924" y="4011869"/>
            <a:ext cx="640695" cy="976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F7F33E-4C94-D0ED-9125-016E0B581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8F43EC-4EC4-7EF5-673F-A82D577B29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6367E4-13BA-D5A2-C432-A78AE9ECC4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0383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11E45-FF66-08E3-C0AF-3724CDEF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49E3BFE-C699-0A3C-EC5D-60D3E494FA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955408-AAB7-297F-43CB-6AF931E9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1E28B1-46B4-1D0E-D31F-1E3D6BFE6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45730A-B13A-3321-3AE8-546D9561EA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31F85D-591F-EB7C-493B-A0F6F9CDA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27EFC59E-F06F-4686-B9D6-DF7F2A51FF63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0104EBFF-A35F-BCE5-D6BE-9D56265B40C9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64F06-DE7B-89BB-2FFE-918392B6AC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AC82E5F9-E92B-596F-57E1-210D03639B0A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ABC4F998-C701-D385-C5B5-594CE0722AD5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E7CF7C-DC87-7A54-BD71-253626473B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C95B76-3995-B732-7F9A-F5710D2D4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E2108C-C6DE-D376-450E-ABA2BA9E9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0B5DEE-2F07-83EC-BE9E-1C3E8F44BD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12866A-1895-2ED5-9E7D-678C49DF38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2D6BC1-DDEE-7BD4-C012-04A2693F29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158" y="372938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AE87F6-3E5A-E8CA-A4EC-E84CA8E9F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A78F92-4F92-84C7-3772-71B0E9FC6B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2969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BF1A-E211-3A82-56D3-90F7FA8C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F36ECC3-0D4C-A1BA-9489-9AF1B34FDF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4FC721-1FCA-C3C3-40FD-E6C7D843C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E96008-8D4A-0A14-2A74-D4616B1C8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6648FA-55AB-FD55-A79D-6C1B1249D2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B17E16-A158-C151-E8BA-3A4373D0B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040D766C-9CCD-B589-7068-BE652E30943B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87ADC970-7763-E664-7A8A-0B3617415630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91D778-C88C-C229-9D30-8AFC93A41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2DEDB3F6-42B4-872E-3704-7422D3C60939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39B20DE5-1858-6BDB-516A-F60C2CA54FBE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171F67-A6BA-0899-D849-B6A013213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96ACED-E4E9-E397-9228-DFF636A710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BF0488-8E25-20B6-7D12-837874F35E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212425-27CA-D4C1-1021-0813C2587F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725720-338F-DC13-BFE6-E56A329C1F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CD673D-A3DC-6899-0BC7-9EC3C2934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097367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BDF82F-9B85-3571-1F4C-8F4898824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E2F60C-952E-2DED-EA47-ED38108E69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0894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1386E-B975-E62C-4AC0-BA2EEB96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E4D42EC-E9D7-7B4B-4E04-EEE8CA9062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B79FF2-0D5E-8282-C27A-74A68CC0C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E9E3A-1128-1E7C-2719-C877F43E3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E7B323-F0F6-3324-CE74-14BBAEC157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1188B2-31C7-19EE-B577-142FD60FC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26DA7C0B-1F72-F54F-464A-9B1A2284EDC6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FACA6DCD-4F4C-CACC-290E-9CC486AEA145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D2305B-2C44-B007-FD88-E814B9E30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41AEFA49-6863-E2C8-6215-8857411DD561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89154BE9-2255-B109-3BA7-A2E0489A1623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4BF641-79AF-4C70-28C7-69E19D8A4C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E7F79F-8EC7-4257-5CC1-259700289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E20C0F-60C0-F6CB-2EC8-3C708FF0C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1C5A05-0C22-5DF8-A5D7-C425C9D0AB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8C22F6-47B6-2AF4-A1C7-B27A3737CE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56FCD3-6FA0-CFF5-55C6-8228AA43F3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097367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72F45D-B944-58CF-F804-91FE661169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3923" y="5787028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8C56EA-2B7B-88D6-3528-0CB5F11168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5353EB-CEAE-A24E-26E8-FD43407C85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4636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A06C-6B97-AF5D-4398-22741FBC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9B2729-6F0E-C5FA-AC0F-4C7B7EC094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9B90F3-D57D-51C5-8A48-3EA69BEDE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ACFF34-8C08-6C5E-0586-771AC1D52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74F17A-AD20-D0ED-BBA1-72712F0B57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8534BE-3F4E-2AD7-DFD3-286A068C2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1BC8DAFD-A293-2A77-21C1-0735D0F04040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B7176E37-EB9F-2477-0E6B-5B12EC6F35A5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B5346B-A82C-5300-7586-187CCDF6E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34DEAA82-E8AD-E42E-E607-0D58FCC0097A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3288D023-0C4D-6AF4-FB01-648A9827EB25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73F46B-84A1-FFF6-4612-B3F61C953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8F8DCE-1296-1E8C-03AD-88EE710F8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4BA6FA-E8A0-BF9C-4160-038ADC3C76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B34D41-B479-B2AF-3775-56BF022930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9015FE-616B-F541-4A52-3A1F7BE418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349260-E4AA-A99D-6116-804DD0F00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097367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76E0C2-CD14-384F-C6FF-067338481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3923" y="5787028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1E43D9-2AC7-EBDF-3C65-14EB0E3BC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4855" y="470146"/>
            <a:ext cx="640695" cy="976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0592F9-FE38-7E2E-131D-C195070C09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B67F79F-A973-47B6-1DAA-0A23C1E9B5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650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0744D-220C-1E4F-7DC5-FC2B6F1E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DA54AF6-A853-1DF5-3678-AE41528A66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FE239B-0BCE-F41B-C382-5EA03B64C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52C807-1716-238B-219A-7B1AEE28C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83BC8C-696F-63FC-C255-DA30E5864B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C2A983-401C-9E7F-C88C-3E4D49358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823ADD27-0FB9-C332-A568-224D001A0F98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41B4BDCF-3AE2-8CA1-CE36-F4ECEEE56BDD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CAADE-B464-9C70-68FD-19CA383EB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0AFBBF3F-EC74-9376-DAB4-243E40D41D06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23215C32-A7A4-1CA8-4D26-220B461DEC64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009EA5-CD69-9C8C-3298-C7D6E2D5AC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E1F9DD-39EA-ADE8-C895-A2D6703DA7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D2003B-50D7-887D-970F-6358FE530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475086-747A-CB84-B578-4B0EBA3853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B97096-70C8-1220-D78F-FCA588D7B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C7E6D8-4F50-DDE9-20D0-6E474336A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097367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EB476F-24FE-5769-EDE4-D6C7C0A00A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3923" y="5787028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9EDCFF-E264-564B-5F55-6DD1677D0B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4855" y="470146"/>
            <a:ext cx="640695" cy="97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FB36971-40F6-01CB-78B7-48F9639BD9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158" y="372938"/>
            <a:ext cx="640695" cy="976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DE7DF7-A6C6-A687-2682-6F3874FAB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39C1110-9A04-8ADB-8E2C-FE464E1179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8705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CE15-022F-B234-E43A-EC0A4B20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6ED39E8-721E-EAA2-0595-0857A1237B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F92FBB-2841-BACA-A4DC-1D3C7089C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5FD233-FBF7-8093-E1F9-2B7C9BD51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2C4E83-8072-5C84-AB06-42141501FF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E27563-0443-4A7A-5DF5-98F576A55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76EAFD63-7170-913C-F96A-7A6C21C95243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A15653D8-AF2F-6BC3-371C-2700A723C3B7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186C67-2465-AA3A-8191-FB33094C3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B2B6BCE7-E2D7-DB9E-0F02-12892BC49BCF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15212D1E-BD69-C4A0-365B-DE85C8E73B50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096715-65DE-A6DD-F2B7-A25291F3D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A200A9-289D-5808-4BFB-3BBAE9B6FE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7984EC-54BB-5C31-754A-4B9CB8AF22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4EA099-2C94-B4A1-DEC4-F8213B42AC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3F0A4A-228C-5D9A-5CAB-345A9789A3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9B99D2-2FF1-AECF-5E53-A6B242C7E7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097367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577CF7-8C61-D1DB-F3A8-16B0C24EAE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3923" y="5787028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516918-1D34-76B1-A3C5-BF92550179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4855" y="470146"/>
            <a:ext cx="640695" cy="97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CBA4B8-98FD-DA45-46EF-6F1DA58274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491" y="3288300"/>
            <a:ext cx="640695" cy="976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A93ABF-6B78-3921-B456-88C97233C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239" y="5606616"/>
            <a:ext cx="640695" cy="9764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DBEAD4-6EDA-8ECD-D3EA-A363B7CBF5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501D97-72DB-B6D0-3FCE-0A6A518B37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4889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06C0-309B-46FB-A33C-3D3C26D4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1712301-2855-89A1-E9BE-0408FD36F0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6F56BD-37A7-4327-9ADA-B906399B6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7EB6F-D032-0D8C-5B4E-84C5B836A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BC779A-5724-D7F4-18ED-859B841198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0290CA-E084-8B7C-C041-95181DB17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1BB56B1B-8D13-274E-F214-2C573AC18CCF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932A22A3-72A9-72A8-D1C4-3302984132C5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4674D8-01F7-677C-124D-08485BBD5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956AD9F6-0838-8F39-B6A5-3D2EB438FFDA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2D05FD96-D17F-C2B8-291D-E5AC5CC77AF3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F4596B-DAE0-1ED7-8A11-4EC126A11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C58AB7-4FA2-957D-C6CF-2B0081FB03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635DE4-443E-3606-F63C-8D3CF02FD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471B9A-281D-F76C-ACAD-2D13758865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2719EA-5240-F41C-5870-52AC1FB43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3CEA6C-0C44-F187-0ABF-FD0BE3063A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097367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15E827-B0A5-B9E4-9276-5F69285808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3923" y="5787028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3B72F1-76A3-C0AD-354A-063122480E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4855" y="470146"/>
            <a:ext cx="640695" cy="97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A5D50D-7044-833B-4201-9FD76492D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491" y="3288300"/>
            <a:ext cx="640695" cy="976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72B54D-3BCA-6ADB-7447-D7BFBDFBA1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7193" y="5765078"/>
            <a:ext cx="640695" cy="9764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FD5EE0-7F6E-8A7D-E5FF-D2E0F8DD0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4CA8F8-A24F-4AEC-6D8B-50997C5E91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0529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AEEB-3EDF-9DE0-5AF0-416C8A99C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6A17502-4869-ABEB-20BF-8E4E833C90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86" y="1617722"/>
            <a:ext cx="1243118" cy="1243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DDAD83-9A85-F206-AE03-5AB86D67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161758-7DFF-2DF9-2E6E-141F1098C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3352AE-6869-F10E-9648-32EBE28858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576BFA-460C-3632-3143-F6CDB2B4A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2140A6AD-9DA0-8C8E-EFD7-1B1CE9FF54B0}"/>
              </a:ext>
            </a:extLst>
          </p:cNvPr>
          <p:cNvSpPr/>
          <p:nvPr/>
        </p:nvSpPr>
        <p:spPr>
          <a:xfrm>
            <a:off x="3765017" y="5087520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272F6D6C-9A09-7C68-31F2-1509A5B5C49C}"/>
              </a:ext>
            </a:extLst>
          </p:cNvPr>
          <p:cNvSpPr/>
          <p:nvPr/>
        </p:nvSpPr>
        <p:spPr>
          <a:xfrm rot="13920591">
            <a:off x="6358320" y="2974483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3AE67D-2568-CB69-014F-70462C7041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sp>
        <p:nvSpPr>
          <p:cNvPr id="4" name="Strzałka: w prawo 10">
            <a:extLst>
              <a:ext uri="{FF2B5EF4-FFF2-40B4-BE49-F238E27FC236}">
                <a16:creationId xmlns:a16="http://schemas.microsoft.com/office/drawing/2014/main" id="{FE6CF683-289B-C353-6F83-2080CAB23636}"/>
              </a:ext>
            </a:extLst>
          </p:cNvPr>
          <p:cNvSpPr/>
          <p:nvPr/>
        </p:nvSpPr>
        <p:spPr>
          <a:xfrm rot="10800000">
            <a:off x="3607888" y="5576497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745019 w 4976223"/>
              <a:gd name="csY1" fmla="*/ 105266 h 421062"/>
              <a:gd name="csX2" fmla="*/ 1444291 w 4976223"/>
              <a:gd name="csY2" fmla="*/ 105266 h 421062"/>
              <a:gd name="csX3" fmla="*/ 2097816 w 4976223"/>
              <a:gd name="csY3" fmla="*/ 105266 h 421062"/>
              <a:gd name="csX4" fmla="*/ 2751341 w 4976223"/>
              <a:gd name="csY4" fmla="*/ 105266 h 421062"/>
              <a:gd name="csX5" fmla="*/ 3496360 w 4976223"/>
              <a:gd name="csY5" fmla="*/ 105266 h 421062"/>
              <a:gd name="csX6" fmla="*/ 4574677 w 4976223"/>
              <a:gd name="csY6" fmla="*/ 105266 h 421062"/>
              <a:gd name="csX7" fmla="*/ 4574677 w 4976223"/>
              <a:gd name="csY7" fmla="*/ 0 h 421062"/>
              <a:gd name="csX8" fmla="*/ 4976223 w 4976223"/>
              <a:gd name="csY8" fmla="*/ 210531 h 421062"/>
              <a:gd name="csX9" fmla="*/ 4574677 w 4976223"/>
              <a:gd name="csY9" fmla="*/ 421062 h 421062"/>
              <a:gd name="csX10" fmla="*/ 4574677 w 4976223"/>
              <a:gd name="csY10" fmla="*/ 315797 h 421062"/>
              <a:gd name="csX11" fmla="*/ 4012645 w 4976223"/>
              <a:gd name="csY11" fmla="*/ 315797 h 421062"/>
              <a:gd name="csX12" fmla="*/ 3267626 w 4976223"/>
              <a:gd name="csY12" fmla="*/ 315797 h 421062"/>
              <a:gd name="csX13" fmla="*/ 2705595 w 4976223"/>
              <a:gd name="csY13" fmla="*/ 315797 h 421062"/>
              <a:gd name="csX14" fmla="*/ 2189310 w 4976223"/>
              <a:gd name="csY14" fmla="*/ 315797 h 421062"/>
              <a:gd name="csX15" fmla="*/ 1673025 w 4976223"/>
              <a:gd name="csY15" fmla="*/ 315797 h 421062"/>
              <a:gd name="csX16" fmla="*/ 973753 w 4976223"/>
              <a:gd name="csY16" fmla="*/ 315797 h 421062"/>
              <a:gd name="csX17" fmla="*/ 0 w 4976223"/>
              <a:gd name="csY17" fmla="*/ 315797 h 421062"/>
              <a:gd name="csX18" fmla="*/ 0 w 4976223"/>
              <a:gd name="csY18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76223" h="421062" fill="none" extrusionOk="0">
                <a:moveTo>
                  <a:pt x="0" y="105266"/>
                </a:moveTo>
                <a:cubicBezTo>
                  <a:pt x="278630" y="110825"/>
                  <a:pt x="510913" y="131506"/>
                  <a:pt x="745019" y="105266"/>
                </a:cubicBezTo>
                <a:cubicBezTo>
                  <a:pt x="979125" y="79026"/>
                  <a:pt x="1138996" y="75052"/>
                  <a:pt x="1444291" y="105266"/>
                </a:cubicBezTo>
                <a:cubicBezTo>
                  <a:pt x="1749586" y="135480"/>
                  <a:pt x="1820390" y="118491"/>
                  <a:pt x="2097816" y="105266"/>
                </a:cubicBezTo>
                <a:cubicBezTo>
                  <a:pt x="2375243" y="92041"/>
                  <a:pt x="2469827" y="84121"/>
                  <a:pt x="2751341" y="105266"/>
                </a:cubicBezTo>
                <a:cubicBezTo>
                  <a:pt x="3032855" y="126411"/>
                  <a:pt x="3222438" y="116670"/>
                  <a:pt x="3496360" y="105266"/>
                </a:cubicBezTo>
                <a:cubicBezTo>
                  <a:pt x="3770282" y="93862"/>
                  <a:pt x="4357045" y="69367"/>
                  <a:pt x="4574677" y="105266"/>
                </a:cubicBezTo>
                <a:cubicBezTo>
                  <a:pt x="4573327" y="77505"/>
                  <a:pt x="4576930" y="47505"/>
                  <a:pt x="4574677" y="0"/>
                </a:cubicBezTo>
                <a:cubicBezTo>
                  <a:pt x="4736970" y="64077"/>
                  <a:pt x="4881195" y="167139"/>
                  <a:pt x="4976223" y="210531"/>
                </a:cubicBezTo>
                <a:cubicBezTo>
                  <a:pt x="4790182" y="298944"/>
                  <a:pt x="4729386" y="333357"/>
                  <a:pt x="4574677" y="421062"/>
                </a:cubicBezTo>
                <a:cubicBezTo>
                  <a:pt x="4579260" y="394265"/>
                  <a:pt x="4574097" y="349794"/>
                  <a:pt x="4574677" y="315797"/>
                </a:cubicBezTo>
                <a:cubicBezTo>
                  <a:pt x="4382748" y="299270"/>
                  <a:pt x="4191109" y="300010"/>
                  <a:pt x="4012645" y="315797"/>
                </a:cubicBezTo>
                <a:cubicBezTo>
                  <a:pt x="3834181" y="331584"/>
                  <a:pt x="3498541" y="290632"/>
                  <a:pt x="3267626" y="315797"/>
                </a:cubicBezTo>
                <a:cubicBezTo>
                  <a:pt x="3036711" y="340962"/>
                  <a:pt x="2832248" y="329528"/>
                  <a:pt x="2705595" y="315797"/>
                </a:cubicBezTo>
                <a:cubicBezTo>
                  <a:pt x="2578942" y="302066"/>
                  <a:pt x="2369068" y="339165"/>
                  <a:pt x="2189310" y="315797"/>
                </a:cubicBezTo>
                <a:cubicBezTo>
                  <a:pt x="2009552" y="292429"/>
                  <a:pt x="1829945" y="337662"/>
                  <a:pt x="1673025" y="315797"/>
                </a:cubicBezTo>
                <a:cubicBezTo>
                  <a:pt x="1516105" y="293932"/>
                  <a:pt x="1322370" y="292447"/>
                  <a:pt x="973753" y="315797"/>
                </a:cubicBezTo>
                <a:cubicBezTo>
                  <a:pt x="625136" y="339147"/>
                  <a:pt x="254332" y="348384"/>
                  <a:pt x="0" y="315797"/>
                </a:cubicBezTo>
                <a:cubicBezTo>
                  <a:pt x="-2642" y="224350"/>
                  <a:pt x="-2867" y="167814"/>
                  <a:pt x="0" y="105266"/>
                </a:cubicBezTo>
                <a:close/>
              </a:path>
              <a:path w="4976223" h="421062" stroke="0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załka: w prawo 10">
            <a:extLst>
              <a:ext uri="{FF2B5EF4-FFF2-40B4-BE49-F238E27FC236}">
                <a16:creationId xmlns:a16="http://schemas.microsoft.com/office/drawing/2014/main" id="{0E0F7ADB-0BC6-542E-5316-5C6385D3850E}"/>
              </a:ext>
            </a:extLst>
          </p:cNvPr>
          <p:cNvSpPr/>
          <p:nvPr/>
        </p:nvSpPr>
        <p:spPr>
          <a:xfrm rot="3166914">
            <a:off x="6656330" y="2528917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628002 w 3416364"/>
              <a:gd name="csY3" fmla="*/ 105266 h 421062"/>
              <a:gd name="csX4" fmla="*/ 2261114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472151 w 3416364"/>
              <a:gd name="csY10" fmla="*/ 315797 h 421062"/>
              <a:gd name="csX11" fmla="*/ 1959632 w 3416364"/>
              <a:gd name="csY11" fmla="*/ 315797 h 421062"/>
              <a:gd name="csX12" fmla="*/ 1326520 w 3416364"/>
              <a:gd name="csY12" fmla="*/ 315797 h 421062"/>
              <a:gd name="csX13" fmla="*/ 783853 w 3416364"/>
              <a:gd name="csY13" fmla="*/ 315797 h 421062"/>
              <a:gd name="csX14" fmla="*/ 0 w 3416364"/>
              <a:gd name="csY14" fmla="*/ 315797 h 421062"/>
              <a:gd name="csX15" fmla="*/ 0 w 3416364"/>
              <a:gd name="csY15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416364" h="421062" fill="none" extrusionOk="0">
                <a:moveTo>
                  <a:pt x="0" y="105266"/>
                </a:moveTo>
                <a:cubicBezTo>
                  <a:pt x="138540" y="111680"/>
                  <a:pt x="439362" y="110880"/>
                  <a:pt x="572815" y="105266"/>
                </a:cubicBezTo>
                <a:cubicBezTo>
                  <a:pt x="706269" y="99652"/>
                  <a:pt x="945907" y="121416"/>
                  <a:pt x="1085334" y="105266"/>
                </a:cubicBezTo>
                <a:cubicBezTo>
                  <a:pt x="1224761" y="89116"/>
                  <a:pt x="1417286" y="99642"/>
                  <a:pt x="1628002" y="105266"/>
                </a:cubicBezTo>
                <a:cubicBezTo>
                  <a:pt x="1838718" y="110890"/>
                  <a:pt x="1990380" y="93294"/>
                  <a:pt x="2261114" y="105266"/>
                </a:cubicBezTo>
                <a:cubicBezTo>
                  <a:pt x="2531848" y="117238"/>
                  <a:pt x="2752570" y="118197"/>
                  <a:pt x="3014818" y="105266"/>
                </a:cubicBezTo>
                <a:cubicBezTo>
                  <a:pt x="3015681" y="76991"/>
                  <a:pt x="3013967" y="45746"/>
                  <a:pt x="3014818" y="0"/>
                </a:cubicBezTo>
                <a:cubicBezTo>
                  <a:pt x="3102636" y="61227"/>
                  <a:pt x="3307764" y="144377"/>
                  <a:pt x="3416364" y="210531"/>
                </a:cubicBezTo>
                <a:cubicBezTo>
                  <a:pt x="3263477" y="293853"/>
                  <a:pt x="3103821" y="359270"/>
                  <a:pt x="3014818" y="421062"/>
                </a:cubicBezTo>
                <a:cubicBezTo>
                  <a:pt x="3017911" y="385089"/>
                  <a:pt x="3017483" y="365682"/>
                  <a:pt x="3014818" y="315797"/>
                </a:cubicBezTo>
                <a:cubicBezTo>
                  <a:pt x="2785958" y="328661"/>
                  <a:pt x="2686833" y="320686"/>
                  <a:pt x="2472151" y="315797"/>
                </a:cubicBezTo>
                <a:cubicBezTo>
                  <a:pt x="2257469" y="310908"/>
                  <a:pt x="2215647" y="310901"/>
                  <a:pt x="1959632" y="315797"/>
                </a:cubicBezTo>
                <a:cubicBezTo>
                  <a:pt x="1703617" y="320693"/>
                  <a:pt x="1572003" y="300990"/>
                  <a:pt x="1326520" y="315797"/>
                </a:cubicBezTo>
                <a:cubicBezTo>
                  <a:pt x="1081037" y="330604"/>
                  <a:pt x="933803" y="295253"/>
                  <a:pt x="783853" y="315797"/>
                </a:cubicBezTo>
                <a:cubicBezTo>
                  <a:pt x="633903" y="336341"/>
                  <a:pt x="187414" y="339117"/>
                  <a:pt x="0" y="315797"/>
                </a:cubicBezTo>
                <a:cubicBezTo>
                  <a:pt x="1952" y="233624"/>
                  <a:pt x="9012" y="191348"/>
                  <a:pt x="0" y="105266"/>
                </a:cubicBezTo>
                <a:close/>
              </a:path>
              <a:path w="3416364" h="421062" stroke="0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FECF1F-6540-E60A-CF10-88037D87C2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228" y="5787028"/>
            <a:ext cx="640695" cy="976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E144EB-8892-FD72-37A2-4583A9D1A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862" y="470146"/>
            <a:ext cx="640695" cy="9764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697F66-AC9E-F602-4170-CB4036091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410" y="5805063"/>
            <a:ext cx="640695" cy="976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D9FA1D-C975-32EB-4D05-78C9B85D5A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517" y="3758463"/>
            <a:ext cx="1243118" cy="1243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3AABE1-9AAE-0E79-89C8-E94F4C6C41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704787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013421-60EA-9DF0-64A3-52C7DD809C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55203" y="3097367"/>
            <a:ext cx="640695" cy="976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9E711F-E8C2-B068-6CC6-2B5658F93D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3923" y="5787028"/>
            <a:ext cx="640695" cy="9764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46A51F-B6B9-9B7C-E44F-1725412AFB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4855" y="470146"/>
            <a:ext cx="640695" cy="976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863206-A162-69B1-48DD-BA5D5065A6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491" y="3288300"/>
            <a:ext cx="640695" cy="976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94F2C14-0DC3-B82B-9B17-09BA39F596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7193" y="5765078"/>
            <a:ext cx="640695" cy="9764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78919BD-36B2-ABA3-2781-CD491DDBCE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592" y="5805063"/>
            <a:ext cx="640695" cy="9764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65AAA6-C42D-BFC1-77EE-0457F6D293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59" y="349509"/>
            <a:ext cx="1337986" cy="271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71EA78-C1AD-1CC7-A8F7-1AA52E6F112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0" y="3891816"/>
            <a:ext cx="1243118" cy="12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25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D9EC-6B71-F80E-ACF5-955D19532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2DE35E-C511-B5EE-1F8F-6DF28F655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11" y="4264780"/>
            <a:ext cx="1795048" cy="1558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EB15BA-1E0D-A349-1502-39B1CA82B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40" y="4219916"/>
            <a:ext cx="1821036" cy="1603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BBE618-C5A7-05FA-E6C9-2491F89BB8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trzałka: w prawo 24">
            <a:extLst>
              <a:ext uri="{FF2B5EF4-FFF2-40B4-BE49-F238E27FC236}">
                <a16:creationId xmlns:a16="http://schemas.microsoft.com/office/drawing/2014/main" id="{DFB5B33D-1D0A-A454-C2E9-5150DB7CA965}"/>
              </a:ext>
            </a:extLst>
          </p:cNvPr>
          <p:cNvSpPr/>
          <p:nvPr/>
        </p:nvSpPr>
        <p:spPr>
          <a:xfrm rot="19874416">
            <a:off x="3655857" y="4723913"/>
            <a:ext cx="982974" cy="275277"/>
          </a:xfrm>
          <a:custGeom>
            <a:avLst/>
            <a:gdLst>
              <a:gd name="csX0" fmla="*/ 0 w 982974"/>
              <a:gd name="csY0" fmla="*/ 68819 h 275277"/>
              <a:gd name="csX1" fmla="*/ 417137 w 982974"/>
              <a:gd name="csY1" fmla="*/ 68819 h 275277"/>
              <a:gd name="csX2" fmla="*/ 817915 w 982974"/>
              <a:gd name="csY2" fmla="*/ 68819 h 275277"/>
              <a:gd name="csX3" fmla="*/ 817915 w 982974"/>
              <a:gd name="csY3" fmla="*/ 0 h 275277"/>
              <a:gd name="csX4" fmla="*/ 982974 w 982974"/>
              <a:gd name="csY4" fmla="*/ 137639 h 275277"/>
              <a:gd name="csX5" fmla="*/ 817915 w 982974"/>
              <a:gd name="csY5" fmla="*/ 275277 h 275277"/>
              <a:gd name="csX6" fmla="*/ 817915 w 982974"/>
              <a:gd name="csY6" fmla="*/ 206458 h 275277"/>
              <a:gd name="csX7" fmla="*/ 408958 w 982974"/>
              <a:gd name="csY7" fmla="*/ 206458 h 275277"/>
              <a:gd name="csX8" fmla="*/ 0 w 982974"/>
              <a:gd name="csY8" fmla="*/ 206458 h 275277"/>
              <a:gd name="csX9" fmla="*/ 0 w 982974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2974" h="275277" fill="none" extrusionOk="0">
                <a:moveTo>
                  <a:pt x="0" y="68819"/>
                </a:moveTo>
                <a:cubicBezTo>
                  <a:pt x="132361" y="85569"/>
                  <a:pt x="272847" y="75832"/>
                  <a:pt x="417137" y="68819"/>
                </a:cubicBezTo>
                <a:cubicBezTo>
                  <a:pt x="561427" y="61806"/>
                  <a:pt x="631370" y="59150"/>
                  <a:pt x="817915" y="68819"/>
                </a:cubicBezTo>
                <a:cubicBezTo>
                  <a:pt x="815483" y="54830"/>
                  <a:pt x="817106" y="22624"/>
                  <a:pt x="817915" y="0"/>
                </a:cubicBezTo>
                <a:cubicBezTo>
                  <a:pt x="891652" y="58304"/>
                  <a:pt x="937870" y="93031"/>
                  <a:pt x="982974" y="137639"/>
                </a:cubicBezTo>
                <a:cubicBezTo>
                  <a:pt x="908679" y="199531"/>
                  <a:pt x="887336" y="221770"/>
                  <a:pt x="817915" y="275277"/>
                </a:cubicBezTo>
                <a:cubicBezTo>
                  <a:pt x="818380" y="241453"/>
                  <a:pt x="817186" y="225688"/>
                  <a:pt x="817915" y="206458"/>
                </a:cubicBezTo>
                <a:cubicBezTo>
                  <a:pt x="718404" y="208350"/>
                  <a:pt x="536037" y="220892"/>
                  <a:pt x="408958" y="206458"/>
                </a:cubicBezTo>
                <a:cubicBezTo>
                  <a:pt x="281879" y="192024"/>
                  <a:pt x="99174" y="186884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982974" h="275277" stroke="0" extrusionOk="0">
                <a:moveTo>
                  <a:pt x="0" y="68819"/>
                </a:moveTo>
                <a:cubicBezTo>
                  <a:pt x="156432" y="87225"/>
                  <a:pt x="311611" y="65319"/>
                  <a:pt x="400778" y="68819"/>
                </a:cubicBezTo>
                <a:cubicBezTo>
                  <a:pt x="489945" y="72319"/>
                  <a:pt x="713398" y="86387"/>
                  <a:pt x="817915" y="68819"/>
                </a:cubicBezTo>
                <a:cubicBezTo>
                  <a:pt x="816633" y="44700"/>
                  <a:pt x="816143" y="30107"/>
                  <a:pt x="817915" y="0"/>
                </a:cubicBezTo>
                <a:cubicBezTo>
                  <a:pt x="895916" y="63849"/>
                  <a:pt x="901596" y="69614"/>
                  <a:pt x="982974" y="137639"/>
                </a:cubicBezTo>
                <a:cubicBezTo>
                  <a:pt x="915378" y="182492"/>
                  <a:pt x="866566" y="237952"/>
                  <a:pt x="817915" y="275277"/>
                </a:cubicBezTo>
                <a:cubicBezTo>
                  <a:pt x="820335" y="244273"/>
                  <a:pt x="816015" y="229265"/>
                  <a:pt x="817915" y="206458"/>
                </a:cubicBezTo>
                <a:cubicBezTo>
                  <a:pt x="702854" y="223883"/>
                  <a:pt x="543636" y="193440"/>
                  <a:pt x="425316" y="206458"/>
                </a:cubicBezTo>
                <a:cubicBezTo>
                  <a:pt x="306996" y="219476"/>
                  <a:pt x="110847" y="203424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rzałka: w prawo 24">
            <a:extLst>
              <a:ext uri="{FF2B5EF4-FFF2-40B4-BE49-F238E27FC236}">
                <a16:creationId xmlns:a16="http://schemas.microsoft.com/office/drawing/2014/main" id="{F576E6E5-6001-8FAA-F606-7D8A346F8BA7}"/>
              </a:ext>
            </a:extLst>
          </p:cNvPr>
          <p:cNvSpPr/>
          <p:nvPr/>
        </p:nvSpPr>
        <p:spPr>
          <a:xfrm rot="12337382">
            <a:off x="7743046" y="4671668"/>
            <a:ext cx="982974" cy="275277"/>
          </a:xfrm>
          <a:custGeom>
            <a:avLst/>
            <a:gdLst>
              <a:gd name="csX0" fmla="*/ 0 w 982974"/>
              <a:gd name="csY0" fmla="*/ 68819 h 275277"/>
              <a:gd name="csX1" fmla="*/ 417137 w 982974"/>
              <a:gd name="csY1" fmla="*/ 68819 h 275277"/>
              <a:gd name="csX2" fmla="*/ 817915 w 982974"/>
              <a:gd name="csY2" fmla="*/ 68819 h 275277"/>
              <a:gd name="csX3" fmla="*/ 817915 w 982974"/>
              <a:gd name="csY3" fmla="*/ 0 h 275277"/>
              <a:gd name="csX4" fmla="*/ 982974 w 982974"/>
              <a:gd name="csY4" fmla="*/ 137639 h 275277"/>
              <a:gd name="csX5" fmla="*/ 817915 w 982974"/>
              <a:gd name="csY5" fmla="*/ 275277 h 275277"/>
              <a:gd name="csX6" fmla="*/ 817915 w 982974"/>
              <a:gd name="csY6" fmla="*/ 206458 h 275277"/>
              <a:gd name="csX7" fmla="*/ 408958 w 982974"/>
              <a:gd name="csY7" fmla="*/ 206458 h 275277"/>
              <a:gd name="csX8" fmla="*/ 0 w 982974"/>
              <a:gd name="csY8" fmla="*/ 206458 h 275277"/>
              <a:gd name="csX9" fmla="*/ 0 w 982974"/>
              <a:gd name="csY9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2974" h="275277" fill="none" extrusionOk="0">
                <a:moveTo>
                  <a:pt x="0" y="68819"/>
                </a:moveTo>
                <a:cubicBezTo>
                  <a:pt x="132361" y="85569"/>
                  <a:pt x="272847" y="75832"/>
                  <a:pt x="417137" y="68819"/>
                </a:cubicBezTo>
                <a:cubicBezTo>
                  <a:pt x="561427" y="61806"/>
                  <a:pt x="631370" y="59150"/>
                  <a:pt x="817915" y="68819"/>
                </a:cubicBezTo>
                <a:cubicBezTo>
                  <a:pt x="815483" y="54830"/>
                  <a:pt x="817106" y="22624"/>
                  <a:pt x="817915" y="0"/>
                </a:cubicBezTo>
                <a:cubicBezTo>
                  <a:pt x="891652" y="58304"/>
                  <a:pt x="937870" y="93031"/>
                  <a:pt x="982974" y="137639"/>
                </a:cubicBezTo>
                <a:cubicBezTo>
                  <a:pt x="908679" y="199531"/>
                  <a:pt x="887336" y="221770"/>
                  <a:pt x="817915" y="275277"/>
                </a:cubicBezTo>
                <a:cubicBezTo>
                  <a:pt x="818380" y="241453"/>
                  <a:pt x="817186" y="225688"/>
                  <a:pt x="817915" y="206458"/>
                </a:cubicBezTo>
                <a:cubicBezTo>
                  <a:pt x="718404" y="208350"/>
                  <a:pt x="536037" y="220892"/>
                  <a:pt x="408958" y="206458"/>
                </a:cubicBezTo>
                <a:cubicBezTo>
                  <a:pt x="281879" y="192024"/>
                  <a:pt x="99174" y="186884"/>
                  <a:pt x="0" y="206458"/>
                </a:cubicBezTo>
                <a:cubicBezTo>
                  <a:pt x="-6693" y="177214"/>
                  <a:pt x="-435" y="106744"/>
                  <a:pt x="0" y="68819"/>
                </a:cubicBezTo>
                <a:close/>
              </a:path>
              <a:path w="982974" h="275277" stroke="0" extrusionOk="0">
                <a:moveTo>
                  <a:pt x="0" y="68819"/>
                </a:moveTo>
                <a:cubicBezTo>
                  <a:pt x="156432" y="87225"/>
                  <a:pt x="311611" y="65319"/>
                  <a:pt x="400778" y="68819"/>
                </a:cubicBezTo>
                <a:cubicBezTo>
                  <a:pt x="489945" y="72319"/>
                  <a:pt x="713398" y="86387"/>
                  <a:pt x="817915" y="68819"/>
                </a:cubicBezTo>
                <a:cubicBezTo>
                  <a:pt x="816633" y="44700"/>
                  <a:pt x="816143" y="30107"/>
                  <a:pt x="817915" y="0"/>
                </a:cubicBezTo>
                <a:cubicBezTo>
                  <a:pt x="895916" y="63849"/>
                  <a:pt x="901596" y="69614"/>
                  <a:pt x="982974" y="137639"/>
                </a:cubicBezTo>
                <a:cubicBezTo>
                  <a:pt x="915378" y="182492"/>
                  <a:pt x="866566" y="237952"/>
                  <a:pt x="817915" y="275277"/>
                </a:cubicBezTo>
                <a:cubicBezTo>
                  <a:pt x="820335" y="244273"/>
                  <a:pt x="816015" y="229265"/>
                  <a:pt x="817915" y="206458"/>
                </a:cubicBezTo>
                <a:cubicBezTo>
                  <a:pt x="702854" y="223883"/>
                  <a:pt x="543636" y="193440"/>
                  <a:pt x="425316" y="206458"/>
                </a:cubicBezTo>
                <a:cubicBezTo>
                  <a:pt x="306996" y="219476"/>
                  <a:pt x="110847" y="203424"/>
                  <a:pt x="0" y="206458"/>
                </a:cubicBezTo>
                <a:cubicBezTo>
                  <a:pt x="516" y="143331"/>
                  <a:pt x="-5012" y="118174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E044D6-DD5F-D790-1BA5-B49771134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557" y="88202"/>
            <a:ext cx="1628882" cy="1628882"/>
          </a:xfrm>
          <a:prstGeom prst="rect">
            <a:avLst/>
          </a:prstGeom>
        </p:spPr>
      </p:pic>
      <p:sp>
        <p:nvSpPr>
          <p:cNvPr id="15" name="Strzałka: w prawo 24">
            <a:extLst>
              <a:ext uri="{FF2B5EF4-FFF2-40B4-BE49-F238E27FC236}">
                <a16:creationId xmlns:a16="http://schemas.microsoft.com/office/drawing/2014/main" id="{92B36175-D7D6-66AC-B064-B3AD2C04BB9B}"/>
              </a:ext>
            </a:extLst>
          </p:cNvPr>
          <p:cNvSpPr/>
          <p:nvPr/>
        </p:nvSpPr>
        <p:spPr>
          <a:xfrm rot="5400000">
            <a:off x="5552779" y="1941219"/>
            <a:ext cx="509986" cy="275277"/>
          </a:xfrm>
          <a:custGeom>
            <a:avLst/>
            <a:gdLst>
              <a:gd name="csX0" fmla="*/ 0 w 509986"/>
              <a:gd name="csY0" fmla="*/ 68819 h 275277"/>
              <a:gd name="csX1" fmla="*/ 344927 w 509986"/>
              <a:gd name="csY1" fmla="*/ 68819 h 275277"/>
              <a:gd name="csX2" fmla="*/ 344927 w 509986"/>
              <a:gd name="csY2" fmla="*/ 0 h 275277"/>
              <a:gd name="csX3" fmla="*/ 509986 w 509986"/>
              <a:gd name="csY3" fmla="*/ 137639 h 275277"/>
              <a:gd name="csX4" fmla="*/ 344927 w 509986"/>
              <a:gd name="csY4" fmla="*/ 275277 h 275277"/>
              <a:gd name="csX5" fmla="*/ 344927 w 509986"/>
              <a:gd name="csY5" fmla="*/ 206458 h 275277"/>
              <a:gd name="csX6" fmla="*/ 0 w 509986"/>
              <a:gd name="csY6" fmla="*/ 206458 h 275277"/>
              <a:gd name="csX7" fmla="*/ 0 w 509986"/>
              <a:gd name="csY7" fmla="*/ 68819 h 275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09986" h="275277" fill="none" extrusionOk="0">
                <a:moveTo>
                  <a:pt x="0" y="68819"/>
                </a:moveTo>
                <a:cubicBezTo>
                  <a:pt x="92397" y="52823"/>
                  <a:pt x="190285" y="77970"/>
                  <a:pt x="344927" y="68819"/>
                </a:cubicBezTo>
                <a:cubicBezTo>
                  <a:pt x="344295" y="48640"/>
                  <a:pt x="341973" y="22604"/>
                  <a:pt x="344927" y="0"/>
                </a:cubicBezTo>
                <a:cubicBezTo>
                  <a:pt x="400440" y="38446"/>
                  <a:pt x="444829" y="84218"/>
                  <a:pt x="509986" y="137639"/>
                </a:cubicBezTo>
                <a:cubicBezTo>
                  <a:pt x="457632" y="186741"/>
                  <a:pt x="415761" y="216559"/>
                  <a:pt x="344927" y="275277"/>
                </a:cubicBezTo>
                <a:cubicBezTo>
                  <a:pt x="341926" y="253302"/>
                  <a:pt x="346850" y="240766"/>
                  <a:pt x="344927" y="206458"/>
                </a:cubicBezTo>
                <a:cubicBezTo>
                  <a:pt x="227945" y="196180"/>
                  <a:pt x="155319" y="201023"/>
                  <a:pt x="0" y="206458"/>
                </a:cubicBezTo>
                <a:cubicBezTo>
                  <a:pt x="6150" y="172156"/>
                  <a:pt x="-735" y="131316"/>
                  <a:pt x="0" y="68819"/>
                </a:cubicBezTo>
                <a:close/>
              </a:path>
              <a:path w="509986" h="275277" stroke="0" extrusionOk="0">
                <a:moveTo>
                  <a:pt x="0" y="68819"/>
                </a:moveTo>
                <a:cubicBezTo>
                  <a:pt x="170122" y="80740"/>
                  <a:pt x="208831" y="52994"/>
                  <a:pt x="344927" y="68819"/>
                </a:cubicBezTo>
                <a:cubicBezTo>
                  <a:pt x="345331" y="49413"/>
                  <a:pt x="343397" y="18758"/>
                  <a:pt x="344927" y="0"/>
                </a:cubicBezTo>
                <a:cubicBezTo>
                  <a:pt x="393257" y="54140"/>
                  <a:pt x="470787" y="96954"/>
                  <a:pt x="509986" y="137639"/>
                </a:cubicBezTo>
                <a:cubicBezTo>
                  <a:pt x="467828" y="168705"/>
                  <a:pt x="411122" y="209869"/>
                  <a:pt x="344927" y="275277"/>
                </a:cubicBezTo>
                <a:cubicBezTo>
                  <a:pt x="341662" y="257591"/>
                  <a:pt x="344603" y="238324"/>
                  <a:pt x="344927" y="206458"/>
                </a:cubicBezTo>
                <a:cubicBezTo>
                  <a:pt x="249170" y="195245"/>
                  <a:pt x="133970" y="218634"/>
                  <a:pt x="0" y="206458"/>
                </a:cubicBezTo>
                <a:cubicBezTo>
                  <a:pt x="-6398" y="153359"/>
                  <a:pt x="-6094" y="134483"/>
                  <a:pt x="0" y="68819"/>
                </a:cubicBezTo>
                <a:close/>
              </a:path>
            </a:pathLst>
          </a:custGeom>
          <a:solidFill>
            <a:srgbClr val="292929"/>
          </a:solidFill>
          <a:ln w="38100">
            <a:solidFill>
              <a:srgbClr val="292929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5996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rzałka: w prawo 10">
            <a:extLst>
              <a:ext uri="{FF2B5EF4-FFF2-40B4-BE49-F238E27FC236}">
                <a16:creationId xmlns:a16="http://schemas.microsoft.com/office/drawing/2014/main" id="{15DABECD-2011-0F36-4171-76164A940DA9}"/>
              </a:ext>
            </a:extLst>
          </p:cNvPr>
          <p:cNvSpPr/>
          <p:nvPr/>
        </p:nvSpPr>
        <p:spPr>
          <a:xfrm>
            <a:off x="3760986" y="5328271"/>
            <a:ext cx="4976223" cy="421062"/>
          </a:xfrm>
          <a:custGeom>
            <a:avLst/>
            <a:gdLst>
              <a:gd name="csX0" fmla="*/ 0 w 4976223"/>
              <a:gd name="csY0" fmla="*/ 105266 h 421062"/>
              <a:gd name="csX1" fmla="*/ 607779 w 4976223"/>
              <a:gd name="csY1" fmla="*/ 105266 h 421062"/>
              <a:gd name="csX2" fmla="*/ 1124063 w 4976223"/>
              <a:gd name="csY2" fmla="*/ 105266 h 421062"/>
              <a:gd name="csX3" fmla="*/ 1869082 w 4976223"/>
              <a:gd name="csY3" fmla="*/ 105266 h 421062"/>
              <a:gd name="csX4" fmla="*/ 2476861 w 4976223"/>
              <a:gd name="csY4" fmla="*/ 105266 h 421062"/>
              <a:gd name="csX5" fmla="*/ 3084639 w 4976223"/>
              <a:gd name="csY5" fmla="*/ 105266 h 421062"/>
              <a:gd name="csX6" fmla="*/ 3829658 w 4976223"/>
              <a:gd name="csY6" fmla="*/ 105266 h 421062"/>
              <a:gd name="csX7" fmla="*/ 4574677 w 4976223"/>
              <a:gd name="csY7" fmla="*/ 105266 h 421062"/>
              <a:gd name="csX8" fmla="*/ 4574677 w 4976223"/>
              <a:gd name="csY8" fmla="*/ 0 h 421062"/>
              <a:gd name="csX9" fmla="*/ 4976223 w 4976223"/>
              <a:gd name="csY9" fmla="*/ 210531 h 421062"/>
              <a:gd name="csX10" fmla="*/ 4574677 w 4976223"/>
              <a:gd name="csY10" fmla="*/ 421062 h 421062"/>
              <a:gd name="csX11" fmla="*/ 4574677 w 4976223"/>
              <a:gd name="csY11" fmla="*/ 315797 h 421062"/>
              <a:gd name="csX12" fmla="*/ 3921152 w 4976223"/>
              <a:gd name="csY12" fmla="*/ 315797 h 421062"/>
              <a:gd name="csX13" fmla="*/ 3359120 w 4976223"/>
              <a:gd name="csY13" fmla="*/ 315797 h 421062"/>
              <a:gd name="csX14" fmla="*/ 2705595 w 4976223"/>
              <a:gd name="csY14" fmla="*/ 315797 h 421062"/>
              <a:gd name="csX15" fmla="*/ 1960576 w 4976223"/>
              <a:gd name="csY15" fmla="*/ 315797 h 421062"/>
              <a:gd name="csX16" fmla="*/ 1307051 w 4976223"/>
              <a:gd name="csY16" fmla="*/ 315797 h 421062"/>
              <a:gd name="csX17" fmla="*/ 790766 w 4976223"/>
              <a:gd name="csY17" fmla="*/ 315797 h 421062"/>
              <a:gd name="csX18" fmla="*/ 0 w 4976223"/>
              <a:gd name="csY18" fmla="*/ 315797 h 421062"/>
              <a:gd name="csX19" fmla="*/ 0 w 4976223"/>
              <a:gd name="csY19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976223" h="421062" extrusionOk="0">
                <a:moveTo>
                  <a:pt x="0" y="105266"/>
                </a:moveTo>
                <a:cubicBezTo>
                  <a:pt x="153849" y="96201"/>
                  <a:pt x="429439" y="74910"/>
                  <a:pt x="607779" y="105266"/>
                </a:cubicBezTo>
                <a:cubicBezTo>
                  <a:pt x="786119" y="135622"/>
                  <a:pt x="1006141" y="85122"/>
                  <a:pt x="1124063" y="105266"/>
                </a:cubicBezTo>
                <a:cubicBezTo>
                  <a:pt x="1241985" y="125410"/>
                  <a:pt x="1638091" y="125857"/>
                  <a:pt x="1869082" y="105266"/>
                </a:cubicBezTo>
                <a:cubicBezTo>
                  <a:pt x="2100073" y="84675"/>
                  <a:pt x="2334879" y="128558"/>
                  <a:pt x="2476861" y="105266"/>
                </a:cubicBezTo>
                <a:cubicBezTo>
                  <a:pt x="2618843" y="81974"/>
                  <a:pt x="2903296" y="75901"/>
                  <a:pt x="3084639" y="105266"/>
                </a:cubicBezTo>
                <a:cubicBezTo>
                  <a:pt x="3265982" y="134631"/>
                  <a:pt x="3492489" y="71046"/>
                  <a:pt x="3829658" y="105266"/>
                </a:cubicBezTo>
                <a:cubicBezTo>
                  <a:pt x="4166827" y="139486"/>
                  <a:pt x="4311892" y="93507"/>
                  <a:pt x="4574677" y="105266"/>
                </a:cubicBezTo>
                <a:cubicBezTo>
                  <a:pt x="4572954" y="53863"/>
                  <a:pt x="4574177" y="27839"/>
                  <a:pt x="4574677" y="0"/>
                </a:cubicBezTo>
                <a:cubicBezTo>
                  <a:pt x="4763985" y="86086"/>
                  <a:pt x="4877040" y="178481"/>
                  <a:pt x="4976223" y="210531"/>
                </a:cubicBezTo>
                <a:cubicBezTo>
                  <a:pt x="4867484" y="267549"/>
                  <a:pt x="4749500" y="325070"/>
                  <a:pt x="4574677" y="421062"/>
                </a:cubicBezTo>
                <a:cubicBezTo>
                  <a:pt x="4574299" y="373950"/>
                  <a:pt x="4573440" y="368231"/>
                  <a:pt x="4574677" y="315797"/>
                </a:cubicBezTo>
                <a:cubicBezTo>
                  <a:pt x="4303727" y="298804"/>
                  <a:pt x="4167538" y="306380"/>
                  <a:pt x="3921152" y="315797"/>
                </a:cubicBezTo>
                <a:cubicBezTo>
                  <a:pt x="3674766" y="325214"/>
                  <a:pt x="3624091" y="293689"/>
                  <a:pt x="3359120" y="315797"/>
                </a:cubicBezTo>
                <a:cubicBezTo>
                  <a:pt x="3094149" y="337905"/>
                  <a:pt x="2949672" y="302670"/>
                  <a:pt x="2705595" y="315797"/>
                </a:cubicBezTo>
                <a:cubicBezTo>
                  <a:pt x="2461518" y="328924"/>
                  <a:pt x="2222908" y="296909"/>
                  <a:pt x="1960576" y="315797"/>
                </a:cubicBezTo>
                <a:cubicBezTo>
                  <a:pt x="1698244" y="334685"/>
                  <a:pt x="1533061" y="346416"/>
                  <a:pt x="1307051" y="315797"/>
                </a:cubicBezTo>
                <a:cubicBezTo>
                  <a:pt x="1081041" y="285178"/>
                  <a:pt x="981736" y="329937"/>
                  <a:pt x="790766" y="315797"/>
                </a:cubicBezTo>
                <a:cubicBezTo>
                  <a:pt x="599796" y="301657"/>
                  <a:pt x="385420" y="339770"/>
                  <a:pt x="0" y="315797"/>
                </a:cubicBezTo>
                <a:cubicBezTo>
                  <a:pt x="-9633" y="230889"/>
                  <a:pt x="5210" y="189513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rzałka: w prawo 10">
            <a:extLst>
              <a:ext uri="{FF2B5EF4-FFF2-40B4-BE49-F238E27FC236}">
                <a16:creationId xmlns:a16="http://schemas.microsoft.com/office/drawing/2014/main" id="{7E82973B-C864-C62D-0B7E-85BFB0FD2CD7}"/>
              </a:ext>
            </a:extLst>
          </p:cNvPr>
          <p:cNvSpPr/>
          <p:nvPr/>
        </p:nvSpPr>
        <p:spPr>
          <a:xfrm rot="13920591">
            <a:off x="6419607" y="2904616"/>
            <a:ext cx="3416364" cy="421062"/>
          </a:xfrm>
          <a:custGeom>
            <a:avLst/>
            <a:gdLst>
              <a:gd name="csX0" fmla="*/ 0 w 3416364"/>
              <a:gd name="csY0" fmla="*/ 105266 h 421062"/>
              <a:gd name="csX1" fmla="*/ 572815 w 3416364"/>
              <a:gd name="csY1" fmla="*/ 105266 h 421062"/>
              <a:gd name="csX2" fmla="*/ 1085334 w 3416364"/>
              <a:gd name="csY2" fmla="*/ 105266 h 421062"/>
              <a:gd name="csX3" fmla="*/ 1748594 w 3416364"/>
              <a:gd name="csY3" fmla="*/ 105266 h 421062"/>
              <a:gd name="csX4" fmla="*/ 2321410 w 3416364"/>
              <a:gd name="csY4" fmla="*/ 105266 h 421062"/>
              <a:gd name="csX5" fmla="*/ 3014818 w 3416364"/>
              <a:gd name="csY5" fmla="*/ 105266 h 421062"/>
              <a:gd name="csX6" fmla="*/ 3014818 w 3416364"/>
              <a:gd name="csY6" fmla="*/ 0 h 421062"/>
              <a:gd name="csX7" fmla="*/ 3416364 w 3416364"/>
              <a:gd name="csY7" fmla="*/ 210531 h 421062"/>
              <a:gd name="csX8" fmla="*/ 3014818 w 3416364"/>
              <a:gd name="csY8" fmla="*/ 421062 h 421062"/>
              <a:gd name="csX9" fmla="*/ 3014818 w 3416364"/>
              <a:gd name="csY9" fmla="*/ 315797 h 421062"/>
              <a:gd name="csX10" fmla="*/ 2381706 w 3416364"/>
              <a:gd name="csY10" fmla="*/ 315797 h 421062"/>
              <a:gd name="csX11" fmla="*/ 1718446 w 3416364"/>
              <a:gd name="csY11" fmla="*/ 315797 h 421062"/>
              <a:gd name="csX12" fmla="*/ 1055186 w 3416364"/>
              <a:gd name="csY12" fmla="*/ 315797 h 421062"/>
              <a:gd name="csX13" fmla="*/ 0 w 3416364"/>
              <a:gd name="csY13" fmla="*/ 315797 h 421062"/>
              <a:gd name="csX14" fmla="*/ 0 w 3416364"/>
              <a:gd name="csY14" fmla="*/ 105266 h 421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16364" h="421062" extrusionOk="0">
                <a:moveTo>
                  <a:pt x="0" y="105266"/>
                </a:moveTo>
                <a:cubicBezTo>
                  <a:pt x="264878" y="109327"/>
                  <a:pt x="363346" y="95337"/>
                  <a:pt x="572815" y="105266"/>
                </a:cubicBezTo>
                <a:cubicBezTo>
                  <a:pt x="782284" y="115195"/>
                  <a:pt x="939394" y="110707"/>
                  <a:pt x="1085334" y="105266"/>
                </a:cubicBezTo>
                <a:cubicBezTo>
                  <a:pt x="1231274" y="99825"/>
                  <a:pt x="1585896" y="136214"/>
                  <a:pt x="1748594" y="105266"/>
                </a:cubicBezTo>
                <a:cubicBezTo>
                  <a:pt x="1911292" y="74318"/>
                  <a:pt x="2118190" y="112061"/>
                  <a:pt x="2321410" y="105266"/>
                </a:cubicBezTo>
                <a:cubicBezTo>
                  <a:pt x="2524630" y="98471"/>
                  <a:pt x="2858763" y="82213"/>
                  <a:pt x="3014818" y="105266"/>
                </a:cubicBezTo>
                <a:cubicBezTo>
                  <a:pt x="3012020" y="80454"/>
                  <a:pt x="3019534" y="36584"/>
                  <a:pt x="3014818" y="0"/>
                </a:cubicBezTo>
                <a:cubicBezTo>
                  <a:pt x="3151358" y="55007"/>
                  <a:pt x="3230136" y="97551"/>
                  <a:pt x="3416364" y="210531"/>
                </a:cubicBezTo>
                <a:cubicBezTo>
                  <a:pt x="3329382" y="242622"/>
                  <a:pt x="3106227" y="384145"/>
                  <a:pt x="3014818" y="421062"/>
                </a:cubicBezTo>
                <a:cubicBezTo>
                  <a:pt x="3018568" y="379530"/>
                  <a:pt x="3012414" y="343442"/>
                  <a:pt x="3014818" y="315797"/>
                </a:cubicBezTo>
                <a:cubicBezTo>
                  <a:pt x="2871615" y="336747"/>
                  <a:pt x="2580596" y="311686"/>
                  <a:pt x="2381706" y="315797"/>
                </a:cubicBezTo>
                <a:cubicBezTo>
                  <a:pt x="2182816" y="319908"/>
                  <a:pt x="1998864" y="309816"/>
                  <a:pt x="1718446" y="315797"/>
                </a:cubicBezTo>
                <a:cubicBezTo>
                  <a:pt x="1438028" y="321778"/>
                  <a:pt x="1320437" y="320405"/>
                  <a:pt x="1055186" y="315797"/>
                </a:cubicBezTo>
                <a:cubicBezTo>
                  <a:pt x="789935" y="311189"/>
                  <a:pt x="219420" y="354961"/>
                  <a:pt x="0" y="315797"/>
                </a:cubicBezTo>
                <a:cubicBezTo>
                  <a:pt x="10245" y="256729"/>
                  <a:pt x="3933" y="209206"/>
                  <a:pt x="0" y="105266"/>
                </a:cubicBezTo>
                <a:close/>
              </a:path>
            </a:pathLst>
          </a:custGeom>
          <a:noFill/>
          <a:ln w="38100">
            <a:solidFill>
              <a:srgbClr val="292929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prstGeom prst="rightArrow">
                    <a:avLst>
                      <a:gd name="adj1" fmla="val 50000"/>
                      <a:gd name="adj2" fmla="val 95365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3490C4-0E5D-29A2-5551-03F835533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876" y="1968823"/>
            <a:ext cx="2619152" cy="2920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0222F0-AFD8-5CB3-CCAE-0ACD40E896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773" y="3333913"/>
            <a:ext cx="1243118" cy="12431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8B74B4-90A8-4855-C4B6-3002F812DA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502" y="1968278"/>
            <a:ext cx="640695" cy="9764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9D7CD1-5393-701C-4DC4-94BF29FDAC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4185" y="4730445"/>
            <a:ext cx="640695" cy="976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03B55C-7E7C-1B61-7260-D60C05342F2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91" y="3620133"/>
            <a:ext cx="1243118" cy="12431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8049FE-BE62-2608-4F51-EE47F911DE2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139" y="922899"/>
            <a:ext cx="1243118" cy="12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235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19AE9-184C-6EAD-0202-08F846C2C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922" y="0"/>
            <a:ext cx="5822156" cy="6858000"/>
          </a:xfrm>
          <a:prstGeom prst="rect">
            <a:avLst/>
          </a:prstGeom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103005D3-91C4-4C96-84EA-4E4D99AE95B1}"/>
              </a:ext>
            </a:extLst>
          </p:cNvPr>
          <p:cNvSpPr/>
          <p:nvPr/>
        </p:nvSpPr>
        <p:spPr>
          <a:xfrm>
            <a:off x="4920687" y="2718163"/>
            <a:ext cx="3251200" cy="1185970"/>
          </a:xfrm>
          <a:prstGeom prst="wedgeEllipseCallout">
            <a:avLst>
              <a:gd name="adj1" fmla="val 20348"/>
              <a:gd name="adj2" fmla="val -9327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Nay!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1657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iestandardowy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120833</TotalTime>
  <Words>87</Words>
  <Application>Microsoft Office PowerPoint</Application>
  <PresentationFormat>Widescreen</PresentationFormat>
  <Paragraphs>43</Paragraphs>
  <Slides>35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shall say it only once</dc:title>
  <dc:creator>Szymon Pobiega</dc:creator>
  <cp:lastModifiedBy>Szymon Pobiega</cp:lastModifiedBy>
  <cp:revision>233</cp:revision>
  <dcterms:created xsi:type="dcterms:W3CDTF">2017-08-25T06:45:18Z</dcterms:created>
  <dcterms:modified xsi:type="dcterms:W3CDTF">2026-05-08T07:34:39Z</dcterms:modified>
</cp:coreProperties>
</file>